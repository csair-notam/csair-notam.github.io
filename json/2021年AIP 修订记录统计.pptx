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430" r:id="rId2"/>
    <p:sldId id="673" r:id="rId3"/>
    <p:sldId id="760" r:id="rId4"/>
    <p:sldId id="800" r:id="rId5"/>
    <p:sldId id="801" r:id="rId6"/>
    <p:sldId id="803" r:id="rId7"/>
    <p:sldId id="802" r:id="rId8"/>
    <p:sldId id="428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mpact" panose="020B0806030902050204" pitchFamily="34" charset="0"/>
      <p:regular r:id="rId15"/>
    </p:embeddedFont>
    <p:embeddedFont>
      <p:font typeface="微软雅黑" panose="020B0503020204020204" pitchFamily="34" charset="-122"/>
      <p:regular r:id="rId16"/>
      <p:bold r:id="rId17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52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9">
          <p15:clr>
            <a:srgbClr val="A4A3A4"/>
          </p15:clr>
        </p15:guide>
        <p15:guide id="2" pos="205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云鹏" initials="刘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0504D"/>
    <a:srgbClr val="00B7F9"/>
    <a:srgbClr val="0074C7"/>
    <a:srgbClr val="993300"/>
    <a:srgbClr val="B6636B"/>
    <a:srgbClr val="FF99CC"/>
    <a:srgbClr val="FF9933"/>
    <a:srgbClr val="006EC1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53" autoAdjust="0"/>
  </p:normalViewPr>
  <p:slideViewPr>
    <p:cSldViewPr>
      <p:cViewPr varScale="1">
        <p:scale>
          <a:sx n="151" d="100"/>
          <a:sy n="151" d="100"/>
        </p:scale>
        <p:origin x="510" y="150"/>
      </p:cViewPr>
      <p:guideLst>
        <p:guide orient="horz" pos="1620"/>
        <p:guide pos="52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87" d="100"/>
          <a:sy n="187" d="100"/>
        </p:scale>
        <p:origin x="-1920" y="2488"/>
      </p:cViewPr>
      <p:guideLst>
        <p:guide orient="horz" pos="2879"/>
        <p:guide pos="20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esktop\2021AIP&#25968;&#25454;&#24635;&#35745;.xls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Sheet2!$A$1</c:f>
              <c:strCache>
                <c:ptCount val="1"/>
                <c:pt idx="0">
                  <c:v>总数</c:v>
                </c:pt>
              </c:strCache>
            </c:strRef>
          </c:tx>
          <c:dPt>
            <c:idx val="0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AEF-43D0-A3FA-69DBBE4201A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AEF-43D0-A3FA-69DBBE4201A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AEF-43D0-A3FA-69DBBE4201A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AEF-43D0-A3FA-69DBBE4201A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AEF-43D0-A3FA-69DBBE4201A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AEF-43D0-A3FA-69DBBE4201A6}"/>
              </c:ext>
            </c:extLst>
          </c:dPt>
          <c:dPt>
            <c:idx val="6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AEF-43D0-A3FA-69DBBE4201A6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5AEF-43D0-A3FA-69DBBE4201A6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5AEF-43D0-A3FA-69DBBE4201A6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5AEF-43D0-A3FA-69DBBE4201A6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5AEF-43D0-A3FA-69DBBE4201A6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5AEF-43D0-A3FA-69DBBE4201A6}"/>
              </c:ext>
            </c:extLst>
          </c:dPt>
          <c:dPt>
            <c:idx val="1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5AEF-43D0-A3FA-69DBBE4201A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Sheet2!$B$2:$B$14</c:f>
              <c:strCache>
                <c:ptCount val="13"/>
                <c:pt idx="0">
                  <c:v>袁伟英</c:v>
                </c:pt>
                <c:pt idx="1">
                  <c:v>何萍</c:v>
                </c:pt>
                <c:pt idx="2">
                  <c:v>刘云鹏</c:v>
                </c:pt>
                <c:pt idx="3">
                  <c:v>刘洋</c:v>
                </c:pt>
                <c:pt idx="4">
                  <c:v>欧阳嘉兰</c:v>
                </c:pt>
                <c:pt idx="5">
                  <c:v>杨子城</c:v>
                </c:pt>
                <c:pt idx="6">
                  <c:v>王钰婷</c:v>
                </c:pt>
                <c:pt idx="7">
                  <c:v>吴坤林</c:v>
                </c:pt>
                <c:pt idx="8">
                  <c:v>吴奕铭</c:v>
                </c:pt>
                <c:pt idx="9">
                  <c:v>王康健</c:v>
                </c:pt>
                <c:pt idx="10">
                  <c:v>张荷竞</c:v>
                </c:pt>
                <c:pt idx="11">
                  <c:v>甄薇</c:v>
                </c:pt>
                <c:pt idx="12">
                  <c:v>张宁</c:v>
                </c:pt>
              </c:strCache>
            </c:strRef>
          </c:cat>
          <c:val>
            <c:numRef>
              <c:f>Sheet2!$A$2:$A$14</c:f>
              <c:numCache>
                <c:formatCode>General</c:formatCode>
                <c:ptCount val="13"/>
                <c:pt idx="0">
                  <c:v>911</c:v>
                </c:pt>
                <c:pt idx="1">
                  <c:v>230</c:v>
                </c:pt>
                <c:pt idx="2">
                  <c:v>268</c:v>
                </c:pt>
                <c:pt idx="3">
                  <c:v>364</c:v>
                </c:pt>
                <c:pt idx="4">
                  <c:v>108</c:v>
                </c:pt>
                <c:pt idx="5">
                  <c:v>51</c:v>
                </c:pt>
                <c:pt idx="6">
                  <c:v>225</c:v>
                </c:pt>
                <c:pt idx="7">
                  <c:v>175</c:v>
                </c:pt>
                <c:pt idx="8">
                  <c:v>302</c:v>
                </c:pt>
                <c:pt idx="9">
                  <c:v>2</c:v>
                </c:pt>
                <c:pt idx="10">
                  <c:v>176</c:v>
                </c:pt>
                <c:pt idx="11">
                  <c:v>188</c:v>
                </c:pt>
                <c:pt idx="1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5AEF-43D0-A3FA-69DBBE4201A6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0.72292</cdr:x>
      <cdr:y>0.16559</cdr:y>
    </cdr:from>
    <cdr:to>
      <cdr:x>0.97731</cdr:x>
      <cdr:y>0.48404</cdr:y>
    </cdr:to>
    <cdr:sp macro="" textlink="">
      <cdr:nvSpPr>
        <cdr:cNvPr id="2" name="文本框 1">
          <a:extLst xmlns:a="http://schemas.openxmlformats.org/drawingml/2006/main">
            <a:ext uri="{FF2B5EF4-FFF2-40B4-BE49-F238E27FC236}">
              <a16:creationId xmlns:a16="http://schemas.microsoft.com/office/drawing/2014/main" id="{0BC73FC1-5F4C-4DDA-AEA8-47BD75EA9F19}"/>
            </a:ext>
          </a:extLst>
        </cdr:cNvPr>
        <cdr:cNvSpPr txBox="1"/>
      </cdr:nvSpPr>
      <cdr:spPr>
        <a:xfrm xmlns:a="http://schemas.openxmlformats.org/drawingml/2006/main">
          <a:off x="7980668" y="936104"/>
          <a:ext cx="2808312" cy="18002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zh-CN" altLang="en-US" sz="1800" dirty="0">
              <a:latin typeface="+mn-ea"/>
              <a:ea typeface="+mn-ea"/>
            </a:rPr>
            <a:t>总共</a:t>
          </a:r>
          <a:r>
            <a:rPr lang="en-US" altLang="zh-CN" sz="1800" dirty="0">
              <a:solidFill>
                <a:srgbClr val="FF0000"/>
              </a:solidFill>
              <a:latin typeface="+mn-ea"/>
              <a:ea typeface="+mn-ea"/>
            </a:rPr>
            <a:t>3094</a:t>
          </a:r>
          <a:r>
            <a:rPr lang="zh-CN" altLang="en-US" sz="1800" dirty="0">
              <a:latin typeface="+mn-ea"/>
              <a:ea typeface="+mn-ea"/>
            </a:rPr>
            <a:t>条</a:t>
          </a:r>
          <a:r>
            <a:rPr lang="en-US" altLang="zh-CN" sz="1800" dirty="0">
              <a:latin typeface="+mn-ea"/>
              <a:ea typeface="+mn-ea"/>
            </a:rPr>
            <a:t>AIP</a:t>
          </a:r>
          <a:r>
            <a:rPr lang="zh-CN" altLang="en-US" sz="1800" dirty="0">
              <a:latin typeface="+mn-ea"/>
              <a:ea typeface="+mn-ea"/>
            </a:rPr>
            <a:t>监控记录推送邮件记录</a:t>
          </a:r>
          <a:r>
            <a:rPr lang="en-US" altLang="zh-CN" sz="1800" dirty="0">
              <a:latin typeface="+mn-ea"/>
              <a:ea typeface="+mn-ea"/>
            </a:rPr>
            <a:t>1429</a:t>
          </a:r>
          <a:r>
            <a:rPr lang="zh-CN" altLang="en-US" sz="1800" dirty="0">
              <a:latin typeface="+mn-ea"/>
              <a:ea typeface="+mn-ea"/>
            </a:rPr>
            <a:t>条占比</a:t>
          </a:r>
          <a:r>
            <a:rPr lang="en-US" altLang="zh-CN" sz="1800" dirty="0">
              <a:latin typeface="+mn-ea"/>
              <a:ea typeface="+mn-ea"/>
            </a:rPr>
            <a:t>46%</a:t>
          </a:r>
          <a:r>
            <a:rPr lang="zh-CN" altLang="en-US" sz="1800" dirty="0">
              <a:latin typeface="+mn-ea"/>
              <a:ea typeface="+mn-ea"/>
            </a:rPr>
            <a:t>，</a:t>
          </a:r>
          <a:r>
            <a:rPr lang="en-US" altLang="zh-CN" sz="1800" dirty="0">
              <a:solidFill>
                <a:srgbClr val="FF0000"/>
              </a:solidFill>
              <a:latin typeface="+mn-ea"/>
              <a:ea typeface="+mn-ea"/>
            </a:rPr>
            <a:t>3</a:t>
          </a:r>
          <a:r>
            <a:rPr lang="zh-CN" altLang="en-US" sz="1800" dirty="0">
              <a:solidFill>
                <a:srgbClr val="FF0000"/>
              </a:solidFill>
              <a:latin typeface="+mn-ea"/>
              <a:ea typeface="+mn-ea"/>
            </a:rPr>
            <a:t>颗</a:t>
          </a:r>
          <a:r>
            <a:rPr lang="zh-CN" altLang="en-US" sz="1800" dirty="0">
              <a:latin typeface="+mn-ea"/>
              <a:ea typeface="+mn-ea"/>
            </a:rPr>
            <a:t>星以上的记录</a:t>
          </a:r>
          <a:r>
            <a:rPr lang="en-US" altLang="zh-CN" sz="1800" dirty="0">
              <a:solidFill>
                <a:srgbClr val="FF0000"/>
              </a:solidFill>
              <a:latin typeface="+mn-ea"/>
              <a:ea typeface="+mn-ea"/>
            </a:rPr>
            <a:t>274</a:t>
          </a:r>
          <a:r>
            <a:rPr lang="zh-CN" altLang="en-US" sz="1800" dirty="0">
              <a:latin typeface="+mn-ea"/>
              <a:ea typeface="+mn-ea"/>
            </a:rPr>
            <a:t>个，占总发送记录的</a:t>
          </a:r>
          <a:r>
            <a:rPr lang="en-US" altLang="zh-CN" sz="1800" dirty="0">
              <a:latin typeface="+mn-ea"/>
              <a:ea typeface="+mn-ea"/>
            </a:rPr>
            <a:t>19.17%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t>2021/12/29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96136" y="4002729"/>
            <a:ext cx="3181350" cy="1076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122" y="-77787"/>
            <a:ext cx="752475" cy="7048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5124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2" y="195486"/>
            <a:ext cx="752475" cy="7048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85"/>
          <p:cNvSpPr txBox="1"/>
          <p:nvPr/>
        </p:nvSpPr>
        <p:spPr>
          <a:xfrm>
            <a:off x="4572000" y="1707654"/>
            <a:ext cx="2736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11</a:t>
            </a:r>
            <a:r>
              <a:rPr lang="zh-CN" altLang="en-US" sz="3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月情报室数据周期工作例会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95736" y="1553765"/>
            <a:ext cx="213423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Impact" panose="020B0806030902050204" pitchFamily="34" charset="0"/>
              </a:rPr>
              <a:t>2021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0">
        <p14:flythrough/>
      </p:transition>
    </mc:Choice>
    <mc:Fallback xmlns=""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91818"/>
            <a:ext cx="9144000" cy="969534"/>
          </a:xfrm>
          <a:prstGeom prst="rect">
            <a:avLst/>
          </a:prstGeom>
          <a:solidFill>
            <a:srgbClr val="01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文本框 17"/>
          <p:cNvSpPr txBox="1"/>
          <p:nvPr/>
        </p:nvSpPr>
        <p:spPr>
          <a:xfrm>
            <a:off x="3337584" y="2014975"/>
            <a:ext cx="353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kern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AIP</a:t>
            </a:r>
            <a:r>
              <a:rPr lang="zh-CN" altLang="en-US" sz="3200" b="1" kern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监控工作汇报</a:t>
            </a:r>
          </a:p>
        </p:txBody>
      </p:sp>
      <p:sp>
        <p:nvSpPr>
          <p:cNvPr id="41" name="文本框 19"/>
          <p:cNvSpPr txBox="1"/>
          <p:nvPr/>
        </p:nvSpPr>
        <p:spPr bwMode="auto">
          <a:xfrm>
            <a:off x="3116156" y="2761352"/>
            <a:ext cx="4257871" cy="2895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2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491880" y="1149122"/>
            <a:ext cx="414516" cy="414516"/>
            <a:chOff x="3543574" y="4265651"/>
            <a:chExt cx="414516" cy="414516"/>
          </a:xfrm>
        </p:grpSpPr>
        <p:sp>
          <p:nvSpPr>
            <p:cNvPr id="44" name="椭圆 43"/>
            <p:cNvSpPr/>
            <p:nvPr/>
          </p:nvSpPr>
          <p:spPr>
            <a:xfrm>
              <a:off x="3543574" y="4265651"/>
              <a:ext cx="414516" cy="414516"/>
            </a:xfrm>
            <a:prstGeom prst="ellipse">
              <a:avLst/>
            </a:prstGeom>
            <a:solidFill>
              <a:srgbClr val="0170C0"/>
            </a:solidFill>
            <a:ln w="254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25400" dir="13500000">
                <a:srgbClr val="000000">
                  <a:alpha val="43137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3629640" y="4325788"/>
              <a:ext cx="259976" cy="261734"/>
              <a:chOff x="5042691" y="2273922"/>
              <a:chExt cx="702937" cy="707690"/>
            </a:xfrm>
            <a:solidFill>
              <a:schemeClr val="bg1"/>
            </a:solidFill>
          </p:grpSpPr>
          <p:sp>
            <p:nvSpPr>
              <p:cNvPr id="74" name="Freeform 12"/>
              <p:cNvSpPr/>
              <p:nvPr/>
            </p:nvSpPr>
            <p:spPr bwMode="auto">
              <a:xfrm>
                <a:off x="5284806" y="2789968"/>
                <a:ext cx="460822" cy="191644"/>
              </a:xfrm>
              <a:custGeom>
                <a:avLst/>
                <a:gdLst>
                  <a:gd name="T0" fmla="*/ 25 w 533"/>
                  <a:gd name="T1" fmla="*/ 165 h 222"/>
                  <a:gd name="T2" fmla="*/ 158 w 533"/>
                  <a:gd name="T3" fmla="*/ 165 h 222"/>
                  <a:gd name="T4" fmla="*/ 158 w 533"/>
                  <a:gd name="T5" fmla="*/ 108 h 222"/>
                  <a:gd name="T6" fmla="*/ 184 w 533"/>
                  <a:gd name="T7" fmla="*/ 83 h 222"/>
                  <a:gd name="T8" fmla="*/ 317 w 533"/>
                  <a:gd name="T9" fmla="*/ 83 h 222"/>
                  <a:gd name="T10" fmla="*/ 317 w 533"/>
                  <a:gd name="T11" fmla="*/ 25 h 222"/>
                  <a:gd name="T12" fmla="*/ 343 w 533"/>
                  <a:gd name="T13" fmla="*/ 0 h 222"/>
                  <a:gd name="T14" fmla="*/ 533 w 533"/>
                  <a:gd name="T15" fmla="*/ 0 h 222"/>
                  <a:gd name="T16" fmla="*/ 533 w 533"/>
                  <a:gd name="T17" fmla="*/ 32 h 222"/>
                  <a:gd name="T18" fmla="*/ 508 w 533"/>
                  <a:gd name="T19" fmla="*/ 57 h 222"/>
                  <a:gd name="T20" fmla="*/ 375 w 533"/>
                  <a:gd name="T21" fmla="*/ 57 h 222"/>
                  <a:gd name="T22" fmla="*/ 375 w 533"/>
                  <a:gd name="T23" fmla="*/ 114 h 222"/>
                  <a:gd name="T24" fmla="*/ 349 w 533"/>
                  <a:gd name="T25" fmla="*/ 140 h 222"/>
                  <a:gd name="T26" fmla="*/ 216 w 533"/>
                  <a:gd name="T27" fmla="*/ 140 h 222"/>
                  <a:gd name="T28" fmla="*/ 216 w 533"/>
                  <a:gd name="T29" fmla="*/ 197 h 222"/>
                  <a:gd name="T30" fmla="*/ 190 w 533"/>
                  <a:gd name="T31" fmla="*/ 222 h 222"/>
                  <a:gd name="T32" fmla="*/ 0 w 533"/>
                  <a:gd name="T33" fmla="*/ 222 h 222"/>
                  <a:gd name="T34" fmla="*/ 0 w 533"/>
                  <a:gd name="T35" fmla="*/ 191 h 222"/>
                  <a:gd name="T36" fmla="*/ 25 w 533"/>
                  <a:gd name="T37" fmla="*/ 165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3" h="222">
                    <a:moveTo>
                      <a:pt x="25" y="165"/>
                    </a:moveTo>
                    <a:cubicBezTo>
                      <a:pt x="158" y="165"/>
                      <a:pt x="158" y="165"/>
                      <a:pt x="158" y="165"/>
                    </a:cubicBezTo>
                    <a:cubicBezTo>
                      <a:pt x="158" y="108"/>
                      <a:pt x="158" y="108"/>
                      <a:pt x="158" y="108"/>
                    </a:cubicBezTo>
                    <a:cubicBezTo>
                      <a:pt x="158" y="94"/>
                      <a:pt x="170" y="83"/>
                      <a:pt x="184" y="83"/>
                    </a:cubicBezTo>
                    <a:cubicBezTo>
                      <a:pt x="317" y="83"/>
                      <a:pt x="317" y="83"/>
                      <a:pt x="317" y="83"/>
                    </a:cubicBezTo>
                    <a:cubicBezTo>
                      <a:pt x="317" y="25"/>
                      <a:pt x="317" y="25"/>
                      <a:pt x="317" y="25"/>
                    </a:cubicBezTo>
                    <a:cubicBezTo>
                      <a:pt x="317" y="11"/>
                      <a:pt x="329" y="0"/>
                      <a:pt x="343" y="0"/>
                    </a:cubicBezTo>
                    <a:cubicBezTo>
                      <a:pt x="533" y="0"/>
                      <a:pt x="533" y="0"/>
                      <a:pt x="533" y="0"/>
                    </a:cubicBezTo>
                    <a:cubicBezTo>
                      <a:pt x="533" y="32"/>
                      <a:pt x="533" y="32"/>
                      <a:pt x="533" y="32"/>
                    </a:cubicBezTo>
                    <a:cubicBezTo>
                      <a:pt x="533" y="46"/>
                      <a:pt x="522" y="57"/>
                      <a:pt x="508" y="57"/>
                    </a:cubicBezTo>
                    <a:cubicBezTo>
                      <a:pt x="375" y="57"/>
                      <a:pt x="375" y="57"/>
                      <a:pt x="375" y="57"/>
                    </a:cubicBezTo>
                    <a:cubicBezTo>
                      <a:pt x="375" y="114"/>
                      <a:pt x="375" y="114"/>
                      <a:pt x="375" y="114"/>
                    </a:cubicBezTo>
                    <a:cubicBezTo>
                      <a:pt x="375" y="128"/>
                      <a:pt x="363" y="140"/>
                      <a:pt x="349" y="140"/>
                    </a:cubicBezTo>
                    <a:cubicBezTo>
                      <a:pt x="216" y="140"/>
                      <a:pt x="216" y="140"/>
                      <a:pt x="216" y="140"/>
                    </a:cubicBezTo>
                    <a:cubicBezTo>
                      <a:pt x="216" y="197"/>
                      <a:pt x="216" y="197"/>
                      <a:pt x="216" y="197"/>
                    </a:cubicBezTo>
                    <a:cubicBezTo>
                      <a:pt x="216" y="211"/>
                      <a:pt x="204" y="222"/>
                      <a:pt x="190" y="222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77"/>
                      <a:pt x="11" y="165"/>
                      <a:pt x="25" y="16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5" name="Freeform 13"/>
              <p:cNvSpPr>
                <a:spLocks noEditPoints="1"/>
              </p:cNvSpPr>
              <p:nvPr/>
            </p:nvSpPr>
            <p:spPr bwMode="auto">
              <a:xfrm>
                <a:off x="5042691" y="2273922"/>
                <a:ext cx="529215" cy="655759"/>
              </a:xfrm>
              <a:custGeom>
                <a:avLst/>
                <a:gdLst>
                  <a:gd name="T0" fmla="*/ 28 w 612"/>
                  <a:gd name="T1" fmla="*/ 504 h 759"/>
                  <a:gd name="T2" fmla="*/ 148 w 612"/>
                  <a:gd name="T3" fmla="*/ 514 h 759"/>
                  <a:gd name="T4" fmla="*/ 179 w 612"/>
                  <a:gd name="T5" fmla="*/ 488 h 759"/>
                  <a:gd name="T6" fmla="*/ 184 w 612"/>
                  <a:gd name="T7" fmla="*/ 423 h 759"/>
                  <a:gd name="T8" fmla="*/ 158 w 612"/>
                  <a:gd name="T9" fmla="*/ 392 h 759"/>
                  <a:gd name="T10" fmla="*/ 38 w 612"/>
                  <a:gd name="T11" fmla="*/ 381 h 759"/>
                  <a:gd name="T12" fmla="*/ 7 w 612"/>
                  <a:gd name="T13" fmla="*/ 407 h 759"/>
                  <a:gd name="T14" fmla="*/ 2 w 612"/>
                  <a:gd name="T15" fmla="*/ 473 h 759"/>
                  <a:gd name="T16" fmla="*/ 28 w 612"/>
                  <a:gd name="T17" fmla="*/ 504 h 759"/>
                  <a:gd name="T18" fmla="*/ 157 w 612"/>
                  <a:gd name="T19" fmla="*/ 669 h 759"/>
                  <a:gd name="T20" fmla="*/ 254 w 612"/>
                  <a:gd name="T21" fmla="*/ 487 h 759"/>
                  <a:gd name="T22" fmla="*/ 334 w 612"/>
                  <a:gd name="T23" fmla="*/ 512 h 759"/>
                  <a:gd name="T24" fmla="*/ 342 w 612"/>
                  <a:gd name="T25" fmla="*/ 515 h 759"/>
                  <a:gd name="T26" fmla="*/ 216 w 612"/>
                  <a:gd name="T27" fmla="*/ 722 h 759"/>
                  <a:gd name="T28" fmla="*/ 157 w 612"/>
                  <a:gd name="T29" fmla="*/ 669 h 759"/>
                  <a:gd name="T30" fmla="*/ 379 w 612"/>
                  <a:gd name="T31" fmla="*/ 7 h 759"/>
                  <a:gd name="T32" fmla="*/ 426 w 612"/>
                  <a:gd name="T33" fmla="*/ 84 h 759"/>
                  <a:gd name="T34" fmla="*/ 349 w 612"/>
                  <a:gd name="T35" fmla="*/ 150 h 759"/>
                  <a:gd name="T36" fmla="*/ 304 w 612"/>
                  <a:gd name="T37" fmla="*/ 59 h 759"/>
                  <a:gd name="T38" fmla="*/ 379 w 612"/>
                  <a:gd name="T39" fmla="*/ 7 h 759"/>
                  <a:gd name="T40" fmla="*/ 371 w 612"/>
                  <a:gd name="T41" fmla="*/ 183 h 759"/>
                  <a:gd name="T42" fmla="*/ 403 w 612"/>
                  <a:gd name="T43" fmla="*/ 199 h 759"/>
                  <a:gd name="T44" fmla="*/ 574 w 612"/>
                  <a:gd name="T45" fmla="*/ 278 h 759"/>
                  <a:gd name="T46" fmla="*/ 579 w 612"/>
                  <a:gd name="T47" fmla="*/ 341 h 759"/>
                  <a:gd name="T48" fmla="*/ 398 w 612"/>
                  <a:gd name="T49" fmla="*/ 296 h 759"/>
                  <a:gd name="T50" fmla="*/ 381 w 612"/>
                  <a:gd name="T51" fmla="*/ 385 h 759"/>
                  <a:gd name="T52" fmla="*/ 390 w 612"/>
                  <a:gd name="T53" fmla="*/ 402 h 759"/>
                  <a:gd name="T54" fmla="*/ 561 w 612"/>
                  <a:gd name="T55" fmla="*/ 593 h 759"/>
                  <a:gd name="T56" fmla="*/ 489 w 612"/>
                  <a:gd name="T57" fmla="*/ 626 h 759"/>
                  <a:gd name="T58" fmla="*/ 233 w 612"/>
                  <a:gd name="T59" fmla="*/ 447 h 759"/>
                  <a:gd name="T60" fmla="*/ 203 w 612"/>
                  <a:gd name="T61" fmla="*/ 392 h 759"/>
                  <a:gd name="T62" fmla="*/ 231 w 612"/>
                  <a:gd name="T63" fmla="*/ 239 h 759"/>
                  <a:gd name="T64" fmla="*/ 157 w 612"/>
                  <a:gd name="T65" fmla="*/ 344 h 759"/>
                  <a:gd name="T66" fmla="*/ 95 w 612"/>
                  <a:gd name="T67" fmla="*/ 332 h 759"/>
                  <a:gd name="T68" fmla="*/ 247 w 612"/>
                  <a:gd name="T69" fmla="*/ 155 h 759"/>
                  <a:gd name="T70" fmla="*/ 313 w 612"/>
                  <a:gd name="T71" fmla="*/ 163 h 759"/>
                  <a:gd name="T72" fmla="*/ 349 w 612"/>
                  <a:gd name="T73" fmla="*/ 227 h 759"/>
                  <a:gd name="T74" fmla="*/ 371 w 612"/>
                  <a:gd name="T75" fmla="*/ 183 h 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2" h="759">
                    <a:moveTo>
                      <a:pt x="28" y="504"/>
                    </a:moveTo>
                    <a:cubicBezTo>
                      <a:pt x="148" y="514"/>
                      <a:pt x="148" y="514"/>
                      <a:pt x="148" y="514"/>
                    </a:cubicBezTo>
                    <a:cubicBezTo>
                      <a:pt x="164" y="516"/>
                      <a:pt x="177" y="504"/>
                      <a:pt x="179" y="488"/>
                    </a:cubicBezTo>
                    <a:cubicBezTo>
                      <a:pt x="184" y="423"/>
                      <a:pt x="184" y="423"/>
                      <a:pt x="184" y="423"/>
                    </a:cubicBezTo>
                    <a:cubicBezTo>
                      <a:pt x="186" y="407"/>
                      <a:pt x="174" y="393"/>
                      <a:pt x="158" y="392"/>
                    </a:cubicBezTo>
                    <a:cubicBezTo>
                      <a:pt x="38" y="381"/>
                      <a:pt x="38" y="381"/>
                      <a:pt x="38" y="381"/>
                    </a:cubicBezTo>
                    <a:cubicBezTo>
                      <a:pt x="23" y="380"/>
                      <a:pt x="9" y="392"/>
                      <a:pt x="7" y="407"/>
                    </a:cubicBezTo>
                    <a:cubicBezTo>
                      <a:pt x="2" y="473"/>
                      <a:pt x="2" y="473"/>
                      <a:pt x="2" y="473"/>
                    </a:cubicBezTo>
                    <a:cubicBezTo>
                      <a:pt x="0" y="489"/>
                      <a:pt x="12" y="503"/>
                      <a:pt x="28" y="504"/>
                    </a:cubicBezTo>
                    <a:close/>
                    <a:moveTo>
                      <a:pt x="157" y="669"/>
                    </a:moveTo>
                    <a:cubicBezTo>
                      <a:pt x="220" y="595"/>
                      <a:pt x="230" y="592"/>
                      <a:pt x="254" y="487"/>
                    </a:cubicBezTo>
                    <a:cubicBezTo>
                      <a:pt x="280" y="496"/>
                      <a:pt x="307" y="504"/>
                      <a:pt x="334" y="512"/>
                    </a:cubicBezTo>
                    <a:cubicBezTo>
                      <a:pt x="337" y="513"/>
                      <a:pt x="339" y="514"/>
                      <a:pt x="342" y="515"/>
                    </a:cubicBezTo>
                    <a:cubicBezTo>
                      <a:pt x="303" y="633"/>
                      <a:pt x="296" y="637"/>
                      <a:pt x="216" y="722"/>
                    </a:cubicBezTo>
                    <a:cubicBezTo>
                      <a:pt x="180" y="759"/>
                      <a:pt x="122" y="709"/>
                      <a:pt x="157" y="669"/>
                    </a:cubicBezTo>
                    <a:close/>
                    <a:moveTo>
                      <a:pt x="379" y="7"/>
                    </a:moveTo>
                    <a:cubicBezTo>
                      <a:pt x="413" y="15"/>
                      <a:pt x="434" y="49"/>
                      <a:pt x="426" y="84"/>
                    </a:cubicBezTo>
                    <a:cubicBezTo>
                      <a:pt x="419" y="120"/>
                      <a:pt x="383" y="157"/>
                      <a:pt x="349" y="150"/>
                    </a:cubicBezTo>
                    <a:cubicBezTo>
                      <a:pt x="315" y="143"/>
                      <a:pt x="297" y="94"/>
                      <a:pt x="304" y="59"/>
                    </a:cubicBezTo>
                    <a:cubicBezTo>
                      <a:pt x="312" y="23"/>
                      <a:pt x="345" y="0"/>
                      <a:pt x="379" y="7"/>
                    </a:cubicBezTo>
                    <a:close/>
                    <a:moveTo>
                      <a:pt x="371" y="183"/>
                    </a:moveTo>
                    <a:cubicBezTo>
                      <a:pt x="378" y="185"/>
                      <a:pt x="393" y="190"/>
                      <a:pt x="403" y="199"/>
                    </a:cubicBezTo>
                    <a:cubicBezTo>
                      <a:pt x="494" y="286"/>
                      <a:pt x="474" y="282"/>
                      <a:pt x="574" y="278"/>
                    </a:cubicBezTo>
                    <a:cubicBezTo>
                      <a:pt x="612" y="277"/>
                      <a:pt x="611" y="338"/>
                      <a:pt x="579" y="341"/>
                    </a:cubicBezTo>
                    <a:cubicBezTo>
                      <a:pt x="477" y="350"/>
                      <a:pt x="470" y="358"/>
                      <a:pt x="398" y="296"/>
                    </a:cubicBezTo>
                    <a:cubicBezTo>
                      <a:pt x="381" y="385"/>
                      <a:pt x="381" y="385"/>
                      <a:pt x="381" y="385"/>
                    </a:cubicBezTo>
                    <a:cubicBezTo>
                      <a:pt x="380" y="392"/>
                      <a:pt x="383" y="399"/>
                      <a:pt x="390" y="402"/>
                    </a:cubicBezTo>
                    <a:cubicBezTo>
                      <a:pt x="494" y="448"/>
                      <a:pt x="515" y="448"/>
                      <a:pt x="561" y="593"/>
                    </a:cubicBezTo>
                    <a:cubicBezTo>
                      <a:pt x="578" y="638"/>
                      <a:pt x="510" y="668"/>
                      <a:pt x="489" y="626"/>
                    </a:cubicBezTo>
                    <a:cubicBezTo>
                      <a:pt x="417" y="484"/>
                      <a:pt x="405" y="506"/>
                      <a:pt x="233" y="447"/>
                    </a:cubicBezTo>
                    <a:cubicBezTo>
                      <a:pt x="211" y="435"/>
                      <a:pt x="203" y="416"/>
                      <a:pt x="203" y="392"/>
                    </a:cubicBezTo>
                    <a:cubicBezTo>
                      <a:pt x="231" y="239"/>
                      <a:pt x="231" y="239"/>
                      <a:pt x="231" y="239"/>
                    </a:cubicBezTo>
                    <a:cubicBezTo>
                      <a:pt x="164" y="260"/>
                      <a:pt x="171" y="259"/>
                      <a:pt x="157" y="344"/>
                    </a:cubicBezTo>
                    <a:cubicBezTo>
                      <a:pt x="151" y="376"/>
                      <a:pt x="91" y="372"/>
                      <a:pt x="95" y="332"/>
                    </a:cubicBezTo>
                    <a:cubicBezTo>
                      <a:pt x="107" y="207"/>
                      <a:pt x="126" y="199"/>
                      <a:pt x="247" y="155"/>
                    </a:cubicBezTo>
                    <a:cubicBezTo>
                      <a:pt x="264" y="149"/>
                      <a:pt x="304" y="160"/>
                      <a:pt x="313" y="163"/>
                    </a:cubicBezTo>
                    <a:cubicBezTo>
                      <a:pt x="349" y="227"/>
                      <a:pt x="349" y="227"/>
                      <a:pt x="349" y="227"/>
                    </a:cubicBezTo>
                    <a:cubicBezTo>
                      <a:pt x="371" y="183"/>
                      <a:pt x="371" y="183"/>
                      <a:pt x="371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4050431" y="1149122"/>
            <a:ext cx="414516" cy="414516"/>
            <a:chOff x="4102125" y="4265651"/>
            <a:chExt cx="414516" cy="414516"/>
          </a:xfrm>
        </p:grpSpPr>
        <p:sp>
          <p:nvSpPr>
            <p:cNvPr id="45" name="椭圆 44"/>
            <p:cNvSpPr/>
            <p:nvPr/>
          </p:nvSpPr>
          <p:spPr>
            <a:xfrm>
              <a:off x="4102125" y="4265651"/>
              <a:ext cx="414516" cy="414516"/>
            </a:xfrm>
            <a:prstGeom prst="ellipse">
              <a:avLst/>
            </a:prstGeom>
            <a:solidFill>
              <a:srgbClr val="01B0F1"/>
            </a:solidFill>
            <a:ln w="254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25400" dir="13500000">
                <a:srgbClr val="000000">
                  <a:alpha val="43137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4199233" y="4358783"/>
              <a:ext cx="238761" cy="198211"/>
              <a:chOff x="3132963" y="3140191"/>
              <a:chExt cx="645573" cy="535933"/>
            </a:xfrm>
            <a:solidFill>
              <a:schemeClr val="bg1"/>
            </a:solidFill>
          </p:grpSpPr>
          <p:sp>
            <p:nvSpPr>
              <p:cNvPr id="68" name="Freeform 226"/>
              <p:cNvSpPr/>
              <p:nvPr/>
            </p:nvSpPr>
            <p:spPr bwMode="auto">
              <a:xfrm>
                <a:off x="3421629" y="3217854"/>
                <a:ext cx="356907" cy="392027"/>
              </a:xfrm>
              <a:custGeom>
                <a:avLst/>
                <a:gdLst>
                  <a:gd name="T0" fmla="*/ 0 w 529"/>
                  <a:gd name="T1" fmla="*/ 0 h 581"/>
                  <a:gd name="T2" fmla="*/ 2 w 529"/>
                  <a:gd name="T3" fmla="*/ 11 h 581"/>
                  <a:gd name="T4" fmla="*/ 25 w 529"/>
                  <a:gd name="T5" fmla="*/ 56 h 581"/>
                  <a:gd name="T6" fmla="*/ 473 w 529"/>
                  <a:gd name="T7" fmla="*/ 56 h 581"/>
                  <a:gd name="T8" fmla="*/ 473 w 529"/>
                  <a:gd name="T9" fmla="*/ 525 h 581"/>
                  <a:gd name="T10" fmla="*/ 127 w 529"/>
                  <a:gd name="T11" fmla="*/ 525 h 581"/>
                  <a:gd name="T12" fmla="*/ 127 w 529"/>
                  <a:gd name="T13" fmla="*/ 581 h 581"/>
                  <a:gd name="T14" fmla="*/ 529 w 529"/>
                  <a:gd name="T15" fmla="*/ 581 h 581"/>
                  <a:gd name="T16" fmla="*/ 529 w 529"/>
                  <a:gd name="T17" fmla="*/ 0 h 581"/>
                  <a:gd name="T18" fmla="*/ 0 w 529"/>
                  <a:gd name="T19" fmla="*/ 0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29" h="581">
                    <a:moveTo>
                      <a:pt x="0" y="0"/>
                    </a:moveTo>
                    <a:cubicBezTo>
                      <a:pt x="1" y="4"/>
                      <a:pt x="2" y="7"/>
                      <a:pt x="2" y="11"/>
                    </a:cubicBezTo>
                    <a:cubicBezTo>
                      <a:pt x="14" y="22"/>
                      <a:pt x="22" y="38"/>
                      <a:pt x="25" y="56"/>
                    </a:cubicBezTo>
                    <a:cubicBezTo>
                      <a:pt x="473" y="56"/>
                      <a:pt x="473" y="56"/>
                      <a:pt x="473" y="56"/>
                    </a:cubicBezTo>
                    <a:cubicBezTo>
                      <a:pt x="473" y="525"/>
                      <a:pt x="473" y="525"/>
                      <a:pt x="473" y="525"/>
                    </a:cubicBezTo>
                    <a:cubicBezTo>
                      <a:pt x="127" y="525"/>
                      <a:pt x="127" y="525"/>
                      <a:pt x="127" y="525"/>
                    </a:cubicBezTo>
                    <a:cubicBezTo>
                      <a:pt x="127" y="581"/>
                      <a:pt x="127" y="581"/>
                      <a:pt x="127" y="581"/>
                    </a:cubicBezTo>
                    <a:cubicBezTo>
                      <a:pt x="529" y="581"/>
                      <a:pt x="529" y="581"/>
                      <a:pt x="529" y="581"/>
                    </a:cubicBezTo>
                    <a:cubicBezTo>
                      <a:pt x="529" y="0"/>
                      <a:pt x="529" y="0"/>
                      <a:pt x="52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/>
              <p:nvPr/>
            </p:nvSpPr>
            <p:spPr bwMode="auto">
              <a:xfrm>
                <a:off x="3198348" y="3140191"/>
                <a:ext cx="224709" cy="247551"/>
              </a:xfrm>
              <a:custGeom>
                <a:avLst/>
                <a:gdLst>
                  <a:gd name="T0" fmla="*/ 45 w 333"/>
                  <a:gd name="T1" fmla="*/ 243 h 367"/>
                  <a:gd name="T2" fmla="*/ 170 w 333"/>
                  <a:gd name="T3" fmla="*/ 367 h 367"/>
                  <a:gd name="T4" fmla="*/ 289 w 333"/>
                  <a:gd name="T5" fmla="*/ 243 h 367"/>
                  <a:gd name="T6" fmla="*/ 326 w 333"/>
                  <a:gd name="T7" fmla="*/ 203 h 367"/>
                  <a:gd name="T8" fmla="*/ 306 w 333"/>
                  <a:gd name="T9" fmla="*/ 142 h 367"/>
                  <a:gd name="T10" fmla="*/ 166 w 333"/>
                  <a:gd name="T11" fmla="*/ 0 h 367"/>
                  <a:gd name="T12" fmla="*/ 26 w 333"/>
                  <a:gd name="T13" fmla="*/ 142 h 367"/>
                  <a:gd name="T14" fmla="*/ 7 w 333"/>
                  <a:gd name="T15" fmla="*/ 203 h 367"/>
                  <a:gd name="T16" fmla="*/ 45 w 333"/>
                  <a:gd name="T17" fmla="*/ 243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3" h="367">
                    <a:moveTo>
                      <a:pt x="45" y="243"/>
                    </a:moveTo>
                    <a:cubicBezTo>
                      <a:pt x="71" y="308"/>
                      <a:pt x="118" y="367"/>
                      <a:pt x="170" y="367"/>
                    </a:cubicBezTo>
                    <a:cubicBezTo>
                      <a:pt x="222" y="367"/>
                      <a:pt x="266" y="308"/>
                      <a:pt x="289" y="243"/>
                    </a:cubicBezTo>
                    <a:cubicBezTo>
                      <a:pt x="305" y="242"/>
                      <a:pt x="320" y="226"/>
                      <a:pt x="326" y="203"/>
                    </a:cubicBezTo>
                    <a:cubicBezTo>
                      <a:pt x="333" y="176"/>
                      <a:pt x="324" y="149"/>
                      <a:pt x="306" y="142"/>
                    </a:cubicBezTo>
                    <a:cubicBezTo>
                      <a:pt x="302" y="63"/>
                      <a:pt x="241" y="0"/>
                      <a:pt x="166" y="0"/>
                    </a:cubicBezTo>
                    <a:cubicBezTo>
                      <a:pt x="92" y="0"/>
                      <a:pt x="31" y="63"/>
                      <a:pt x="26" y="142"/>
                    </a:cubicBezTo>
                    <a:cubicBezTo>
                      <a:pt x="9" y="149"/>
                      <a:pt x="0" y="176"/>
                      <a:pt x="7" y="203"/>
                    </a:cubicBezTo>
                    <a:cubicBezTo>
                      <a:pt x="13" y="227"/>
                      <a:pt x="29" y="243"/>
                      <a:pt x="45" y="2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/>
              <p:nvPr/>
            </p:nvSpPr>
            <p:spPr bwMode="auto">
              <a:xfrm>
                <a:off x="3481875" y="3306367"/>
                <a:ext cx="233275" cy="180738"/>
              </a:xfrm>
              <a:custGeom>
                <a:avLst/>
                <a:gdLst>
                  <a:gd name="T0" fmla="*/ 41 w 346"/>
                  <a:gd name="T1" fmla="*/ 111 h 268"/>
                  <a:gd name="T2" fmla="*/ 0 w 346"/>
                  <a:gd name="T3" fmla="*/ 151 h 268"/>
                  <a:gd name="T4" fmla="*/ 90 w 346"/>
                  <a:gd name="T5" fmla="*/ 268 h 268"/>
                  <a:gd name="T6" fmla="*/ 254 w 346"/>
                  <a:gd name="T7" fmla="*/ 125 h 268"/>
                  <a:gd name="T8" fmla="*/ 284 w 346"/>
                  <a:gd name="T9" fmla="*/ 158 h 268"/>
                  <a:gd name="T10" fmla="*/ 346 w 346"/>
                  <a:gd name="T11" fmla="*/ 0 h 268"/>
                  <a:gd name="T12" fmla="*/ 184 w 346"/>
                  <a:gd name="T13" fmla="*/ 50 h 268"/>
                  <a:gd name="T14" fmla="*/ 218 w 346"/>
                  <a:gd name="T15" fmla="*/ 87 h 268"/>
                  <a:gd name="T16" fmla="*/ 99 w 346"/>
                  <a:gd name="T17" fmla="*/ 190 h 268"/>
                  <a:gd name="T18" fmla="*/ 41 w 346"/>
                  <a:gd name="T19" fmla="*/ 111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6" h="268">
                    <a:moveTo>
                      <a:pt x="41" y="111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2" y="165"/>
                      <a:pt x="90" y="268"/>
                      <a:pt x="90" y="268"/>
                    </a:cubicBezTo>
                    <a:cubicBezTo>
                      <a:pt x="254" y="125"/>
                      <a:pt x="254" y="125"/>
                      <a:pt x="254" y="125"/>
                    </a:cubicBezTo>
                    <a:cubicBezTo>
                      <a:pt x="284" y="158"/>
                      <a:pt x="284" y="158"/>
                      <a:pt x="284" y="158"/>
                    </a:cubicBezTo>
                    <a:cubicBezTo>
                      <a:pt x="346" y="0"/>
                      <a:pt x="346" y="0"/>
                      <a:pt x="346" y="0"/>
                    </a:cubicBezTo>
                    <a:cubicBezTo>
                      <a:pt x="184" y="50"/>
                      <a:pt x="184" y="50"/>
                      <a:pt x="184" y="50"/>
                    </a:cubicBezTo>
                    <a:cubicBezTo>
                      <a:pt x="218" y="87"/>
                      <a:pt x="218" y="87"/>
                      <a:pt x="218" y="87"/>
                    </a:cubicBezTo>
                    <a:cubicBezTo>
                      <a:pt x="99" y="190"/>
                      <a:pt x="99" y="190"/>
                      <a:pt x="99" y="190"/>
                    </a:cubicBezTo>
                    <a:lnTo>
                      <a:pt x="41" y="1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1" name="Freeform 229"/>
              <p:cNvSpPr/>
              <p:nvPr/>
            </p:nvSpPr>
            <p:spPr bwMode="auto">
              <a:xfrm>
                <a:off x="3132963" y="3377178"/>
                <a:ext cx="355480" cy="298946"/>
              </a:xfrm>
              <a:custGeom>
                <a:avLst/>
                <a:gdLst>
                  <a:gd name="T0" fmla="*/ 407 w 527"/>
                  <a:gd name="T1" fmla="*/ 0 h 443"/>
                  <a:gd name="T2" fmla="*/ 294 w 527"/>
                  <a:gd name="T3" fmla="*/ 190 h 443"/>
                  <a:gd name="T4" fmla="*/ 280 w 527"/>
                  <a:gd name="T5" fmla="*/ 105 h 443"/>
                  <a:gd name="T6" fmla="*/ 295 w 527"/>
                  <a:gd name="T7" fmla="*/ 77 h 443"/>
                  <a:gd name="T8" fmla="*/ 263 w 527"/>
                  <a:gd name="T9" fmla="*/ 44 h 443"/>
                  <a:gd name="T10" fmla="*/ 230 w 527"/>
                  <a:gd name="T11" fmla="*/ 77 h 443"/>
                  <a:gd name="T12" fmla="*/ 246 w 527"/>
                  <a:gd name="T13" fmla="*/ 105 h 443"/>
                  <a:gd name="T14" fmla="*/ 232 w 527"/>
                  <a:gd name="T15" fmla="*/ 189 h 443"/>
                  <a:gd name="T16" fmla="*/ 120 w 527"/>
                  <a:gd name="T17" fmla="*/ 0 h 443"/>
                  <a:gd name="T18" fmla="*/ 2 w 527"/>
                  <a:gd name="T19" fmla="*/ 125 h 443"/>
                  <a:gd name="T20" fmla="*/ 0 w 527"/>
                  <a:gd name="T21" fmla="*/ 125 h 443"/>
                  <a:gd name="T22" fmla="*/ 0 w 527"/>
                  <a:gd name="T23" fmla="*/ 402 h 443"/>
                  <a:gd name="T24" fmla="*/ 1 w 527"/>
                  <a:gd name="T25" fmla="*/ 402 h 443"/>
                  <a:gd name="T26" fmla="*/ 263 w 527"/>
                  <a:gd name="T27" fmla="*/ 443 h 443"/>
                  <a:gd name="T28" fmla="*/ 526 w 527"/>
                  <a:gd name="T29" fmla="*/ 402 h 443"/>
                  <a:gd name="T30" fmla="*/ 527 w 527"/>
                  <a:gd name="T31" fmla="*/ 402 h 443"/>
                  <a:gd name="T32" fmla="*/ 527 w 527"/>
                  <a:gd name="T33" fmla="*/ 125 h 443"/>
                  <a:gd name="T34" fmla="*/ 525 w 527"/>
                  <a:gd name="T35" fmla="*/ 125 h 443"/>
                  <a:gd name="T36" fmla="*/ 407 w 527"/>
                  <a:gd name="T37" fmla="*/ 0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27" h="443">
                    <a:moveTo>
                      <a:pt x="407" y="0"/>
                    </a:moveTo>
                    <a:cubicBezTo>
                      <a:pt x="294" y="190"/>
                      <a:pt x="294" y="190"/>
                      <a:pt x="294" y="190"/>
                    </a:cubicBezTo>
                    <a:cubicBezTo>
                      <a:pt x="280" y="105"/>
                      <a:pt x="280" y="105"/>
                      <a:pt x="280" y="105"/>
                    </a:cubicBezTo>
                    <a:cubicBezTo>
                      <a:pt x="289" y="99"/>
                      <a:pt x="295" y="89"/>
                      <a:pt x="295" y="77"/>
                    </a:cubicBezTo>
                    <a:cubicBezTo>
                      <a:pt x="295" y="59"/>
                      <a:pt x="281" y="44"/>
                      <a:pt x="263" y="44"/>
                    </a:cubicBezTo>
                    <a:cubicBezTo>
                      <a:pt x="245" y="44"/>
                      <a:pt x="230" y="59"/>
                      <a:pt x="230" y="77"/>
                    </a:cubicBezTo>
                    <a:cubicBezTo>
                      <a:pt x="230" y="89"/>
                      <a:pt x="237" y="99"/>
                      <a:pt x="246" y="105"/>
                    </a:cubicBezTo>
                    <a:cubicBezTo>
                      <a:pt x="232" y="189"/>
                      <a:pt x="232" y="189"/>
                      <a:pt x="232" y="189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56" y="27"/>
                      <a:pt x="12" y="72"/>
                      <a:pt x="2" y="12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402"/>
                      <a:pt x="0" y="402"/>
                      <a:pt x="0" y="402"/>
                    </a:cubicBezTo>
                    <a:cubicBezTo>
                      <a:pt x="1" y="402"/>
                      <a:pt x="1" y="402"/>
                      <a:pt x="1" y="402"/>
                    </a:cubicBezTo>
                    <a:cubicBezTo>
                      <a:pt x="14" y="425"/>
                      <a:pt x="126" y="443"/>
                      <a:pt x="263" y="443"/>
                    </a:cubicBezTo>
                    <a:cubicBezTo>
                      <a:pt x="401" y="443"/>
                      <a:pt x="513" y="425"/>
                      <a:pt x="526" y="402"/>
                    </a:cubicBezTo>
                    <a:cubicBezTo>
                      <a:pt x="527" y="402"/>
                      <a:pt x="527" y="402"/>
                      <a:pt x="527" y="402"/>
                    </a:cubicBezTo>
                    <a:cubicBezTo>
                      <a:pt x="527" y="125"/>
                      <a:pt x="527" y="125"/>
                      <a:pt x="527" y="125"/>
                    </a:cubicBezTo>
                    <a:cubicBezTo>
                      <a:pt x="525" y="125"/>
                      <a:pt x="525" y="125"/>
                      <a:pt x="525" y="125"/>
                    </a:cubicBezTo>
                    <a:cubicBezTo>
                      <a:pt x="515" y="72"/>
                      <a:pt x="471" y="27"/>
                      <a:pt x="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Freeform 230"/>
              <p:cNvSpPr/>
              <p:nvPr/>
            </p:nvSpPr>
            <p:spPr bwMode="auto">
              <a:xfrm>
                <a:off x="3598655" y="3487105"/>
                <a:ext cx="54536" cy="68241"/>
              </a:xfrm>
              <a:custGeom>
                <a:avLst/>
                <a:gdLst>
                  <a:gd name="T0" fmla="*/ 0 w 81"/>
                  <a:gd name="T1" fmla="*/ 0 h 101"/>
                  <a:gd name="T2" fmla="*/ 0 w 81"/>
                  <a:gd name="T3" fmla="*/ 55 h 101"/>
                  <a:gd name="T4" fmla="*/ 40 w 81"/>
                  <a:gd name="T5" fmla="*/ 101 h 101"/>
                  <a:gd name="T6" fmla="*/ 81 w 81"/>
                  <a:gd name="T7" fmla="*/ 56 h 101"/>
                  <a:gd name="T8" fmla="*/ 81 w 81"/>
                  <a:gd name="T9" fmla="*/ 0 h 101"/>
                  <a:gd name="T10" fmla="*/ 59 w 81"/>
                  <a:gd name="T11" fmla="*/ 0 h 101"/>
                  <a:gd name="T12" fmla="*/ 59 w 81"/>
                  <a:gd name="T13" fmla="*/ 57 h 101"/>
                  <a:gd name="T14" fmla="*/ 40 w 81"/>
                  <a:gd name="T15" fmla="*/ 83 h 101"/>
                  <a:gd name="T16" fmla="*/ 22 w 81"/>
                  <a:gd name="T17" fmla="*/ 57 h 101"/>
                  <a:gd name="T18" fmla="*/ 22 w 81"/>
                  <a:gd name="T19" fmla="*/ 0 h 101"/>
                  <a:gd name="T20" fmla="*/ 0 w 81"/>
                  <a:gd name="T21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1" h="101">
                    <a:moveTo>
                      <a:pt x="0" y="0"/>
                    </a:moveTo>
                    <a:cubicBezTo>
                      <a:pt x="0" y="55"/>
                      <a:pt x="0" y="55"/>
                      <a:pt x="0" y="55"/>
                    </a:cubicBezTo>
                    <a:cubicBezTo>
                      <a:pt x="0" y="87"/>
                      <a:pt x="15" y="101"/>
                      <a:pt x="40" y="101"/>
                    </a:cubicBezTo>
                    <a:cubicBezTo>
                      <a:pt x="65" y="101"/>
                      <a:pt x="81" y="86"/>
                      <a:pt x="81" y="56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57"/>
                      <a:pt x="59" y="57"/>
                      <a:pt x="59" y="57"/>
                    </a:cubicBezTo>
                    <a:cubicBezTo>
                      <a:pt x="59" y="75"/>
                      <a:pt x="52" y="83"/>
                      <a:pt x="40" y="83"/>
                    </a:cubicBezTo>
                    <a:cubicBezTo>
                      <a:pt x="29" y="83"/>
                      <a:pt x="22" y="74"/>
                      <a:pt x="22" y="57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3" name="Freeform 231"/>
              <p:cNvSpPr>
                <a:spLocks noEditPoints="1"/>
              </p:cNvSpPr>
              <p:nvPr/>
            </p:nvSpPr>
            <p:spPr bwMode="auto">
              <a:xfrm>
                <a:off x="3666040" y="3486534"/>
                <a:ext cx="47968" cy="67384"/>
              </a:xfrm>
              <a:custGeom>
                <a:avLst/>
                <a:gdLst>
                  <a:gd name="T0" fmla="*/ 31 w 71"/>
                  <a:gd name="T1" fmla="*/ 0 h 100"/>
                  <a:gd name="T2" fmla="*/ 0 w 71"/>
                  <a:gd name="T3" fmla="*/ 2 h 100"/>
                  <a:gd name="T4" fmla="*/ 0 w 71"/>
                  <a:gd name="T5" fmla="*/ 100 h 100"/>
                  <a:gd name="T6" fmla="*/ 23 w 71"/>
                  <a:gd name="T7" fmla="*/ 100 h 100"/>
                  <a:gd name="T8" fmla="*/ 23 w 71"/>
                  <a:gd name="T9" fmla="*/ 65 h 100"/>
                  <a:gd name="T10" fmla="*/ 30 w 71"/>
                  <a:gd name="T11" fmla="*/ 65 h 100"/>
                  <a:gd name="T12" fmla="*/ 62 w 71"/>
                  <a:gd name="T13" fmla="*/ 55 h 100"/>
                  <a:gd name="T14" fmla="*/ 71 w 71"/>
                  <a:gd name="T15" fmla="*/ 31 h 100"/>
                  <a:gd name="T16" fmla="*/ 61 w 71"/>
                  <a:gd name="T17" fmla="*/ 8 h 100"/>
                  <a:gd name="T18" fmla="*/ 31 w 71"/>
                  <a:gd name="T19" fmla="*/ 0 h 100"/>
                  <a:gd name="T20" fmla="*/ 30 w 71"/>
                  <a:gd name="T21" fmla="*/ 48 h 100"/>
                  <a:gd name="T22" fmla="*/ 23 w 71"/>
                  <a:gd name="T23" fmla="*/ 47 h 100"/>
                  <a:gd name="T24" fmla="*/ 23 w 71"/>
                  <a:gd name="T25" fmla="*/ 18 h 100"/>
                  <a:gd name="T26" fmla="*/ 32 w 71"/>
                  <a:gd name="T27" fmla="*/ 17 h 100"/>
                  <a:gd name="T28" fmla="*/ 49 w 71"/>
                  <a:gd name="T29" fmla="*/ 32 h 100"/>
                  <a:gd name="T30" fmla="*/ 30 w 71"/>
                  <a:gd name="T31" fmla="*/ 4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1" h="100">
                    <a:moveTo>
                      <a:pt x="31" y="0"/>
                    </a:moveTo>
                    <a:cubicBezTo>
                      <a:pt x="17" y="0"/>
                      <a:pt x="7" y="1"/>
                      <a:pt x="0" y="2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23" y="100"/>
                      <a:pt x="23" y="100"/>
                      <a:pt x="23" y="100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5" y="65"/>
                      <a:pt x="27" y="65"/>
                      <a:pt x="30" y="65"/>
                    </a:cubicBezTo>
                    <a:cubicBezTo>
                      <a:pt x="43" y="65"/>
                      <a:pt x="55" y="62"/>
                      <a:pt x="62" y="55"/>
                    </a:cubicBezTo>
                    <a:cubicBezTo>
                      <a:pt x="68" y="49"/>
                      <a:pt x="71" y="41"/>
                      <a:pt x="71" y="31"/>
                    </a:cubicBezTo>
                    <a:cubicBezTo>
                      <a:pt x="71" y="22"/>
                      <a:pt x="67" y="13"/>
                      <a:pt x="61" y="8"/>
                    </a:cubicBezTo>
                    <a:cubicBezTo>
                      <a:pt x="54" y="3"/>
                      <a:pt x="44" y="0"/>
                      <a:pt x="31" y="0"/>
                    </a:cubicBezTo>
                    <a:close/>
                    <a:moveTo>
                      <a:pt x="30" y="48"/>
                    </a:moveTo>
                    <a:cubicBezTo>
                      <a:pt x="27" y="48"/>
                      <a:pt x="24" y="48"/>
                      <a:pt x="23" y="47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4" y="18"/>
                      <a:pt x="27" y="17"/>
                      <a:pt x="32" y="17"/>
                    </a:cubicBezTo>
                    <a:cubicBezTo>
                      <a:pt x="43" y="17"/>
                      <a:pt x="49" y="23"/>
                      <a:pt x="49" y="32"/>
                    </a:cubicBezTo>
                    <a:cubicBezTo>
                      <a:pt x="49" y="42"/>
                      <a:pt x="42" y="48"/>
                      <a:pt x="30" y="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9" name="组合 78"/>
          <p:cNvGrpSpPr/>
          <p:nvPr/>
        </p:nvGrpSpPr>
        <p:grpSpPr>
          <a:xfrm>
            <a:off x="5129792" y="1149122"/>
            <a:ext cx="414516" cy="414516"/>
            <a:chOff x="5181486" y="4265651"/>
            <a:chExt cx="414516" cy="414516"/>
          </a:xfrm>
        </p:grpSpPr>
        <p:sp>
          <p:nvSpPr>
            <p:cNvPr id="46" name="椭圆 45"/>
            <p:cNvSpPr/>
            <p:nvPr/>
          </p:nvSpPr>
          <p:spPr>
            <a:xfrm>
              <a:off x="5181486" y="4265651"/>
              <a:ext cx="414516" cy="414516"/>
            </a:xfrm>
            <a:prstGeom prst="ellipse">
              <a:avLst/>
            </a:prstGeom>
            <a:solidFill>
              <a:srgbClr val="01B0F1"/>
            </a:solidFill>
            <a:ln w="254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25400" dir="13500000">
                <a:srgbClr val="000000">
                  <a:alpha val="43137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5287222" y="4375239"/>
              <a:ext cx="253419" cy="172633"/>
              <a:chOff x="4895160" y="4287159"/>
              <a:chExt cx="571418" cy="389258"/>
            </a:xfrm>
            <a:solidFill>
              <a:schemeClr val="bg1"/>
            </a:solidFill>
          </p:grpSpPr>
          <p:sp>
            <p:nvSpPr>
              <p:cNvPr id="59" name="Freeform 327"/>
              <p:cNvSpPr>
                <a:spLocks noEditPoints="1"/>
              </p:cNvSpPr>
              <p:nvPr/>
            </p:nvSpPr>
            <p:spPr bwMode="auto">
              <a:xfrm>
                <a:off x="4895160" y="4287159"/>
                <a:ext cx="438051" cy="389258"/>
              </a:xfrm>
              <a:custGeom>
                <a:avLst/>
                <a:gdLst>
                  <a:gd name="T0" fmla="*/ 166 w 171"/>
                  <a:gd name="T1" fmla="*/ 0 h 152"/>
                  <a:gd name="T2" fmla="*/ 5 w 171"/>
                  <a:gd name="T3" fmla="*/ 0 h 152"/>
                  <a:gd name="T4" fmla="*/ 0 w 171"/>
                  <a:gd name="T5" fmla="*/ 5 h 152"/>
                  <a:gd name="T6" fmla="*/ 0 w 171"/>
                  <a:gd name="T7" fmla="*/ 146 h 152"/>
                  <a:gd name="T8" fmla="*/ 5 w 171"/>
                  <a:gd name="T9" fmla="*/ 152 h 152"/>
                  <a:gd name="T10" fmla="*/ 166 w 171"/>
                  <a:gd name="T11" fmla="*/ 152 h 152"/>
                  <a:gd name="T12" fmla="*/ 171 w 171"/>
                  <a:gd name="T13" fmla="*/ 146 h 152"/>
                  <a:gd name="T14" fmla="*/ 171 w 171"/>
                  <a:gd name="T15" fmla="*/ 5 h 152"/>
                  <a:gd name="T16" fmla="*/ 166 w 171"/>
                  <a:gd name="T17" fmla="*/ 0 h 152"/>
                  <a:gd name="T18" fmla="*/ 132 w 171"/>
                  <a:gd name="T19" fmla="*/ 12 h 152"/>
                  <a:gd name="T20" fmla="*/ 139 w 171"/>
                  <a:gd name="T21" fmla="*/ 19 h 152"/>
                  <a:gd name="T22" fmla="*/ 132 w 171"/>
                  <a:gd name="T23" fmla="*/ 26 h 152"/>
                  <a:gd name="T24" fmla="*/ 124 w 171"/>
                  <a:gd name="T25" fmla="*/ 19 h 152"/>
                  <a:gd name="T26" fmla="*/ 132 w 171"/>
                  <a:gd name="T27" fmla="*/ 12 h 152"/>
                  <a:gd name="T28" fmla="*/ 110 w 171"/>
                  <a:gd name="T29" fmla="*/ 12 h 152"/>
                  <a:gd name="T30" fmla="*/ 118 w 171"/>
                  <a:gd name="T31" fmla="*/ 19 h 152"/>
                  <a:gd name="T32" fmla="*/ 110 w 171"/>
                  <a:gd name="T33" fmla="*/ 26 h 152"/>
                  <a:gd name="T34" fmla="*/ 103 w 171"/>
                  <a:gd name="T35" fmla="*/ 19 h 152"/>
                  <a:gd name="T36" fmla="*/ 110 w 171"/>
                  <a:gd name="T37" fmla="*/ 12 h 152"/>
                  <a:gd name="T38" fmla="*/ 160 w 171"/>
                  <a:gd name="T39" fmla="*/ 141 h 152"/>
                  <a:gd name="T40" fmla="*/ 11 w 171"/>
                  <a:gd name="T41" fmla="*/ 141 h 152"/>
                  <a:gd name="T42" fmla="*/ 11 w 171"/>
                  <a:gd name="T43" fmla="*/ 38 h 152"/>
                  <a:gd name="T44" fmla="*/ 160 w 171"/>
                  <a:gd name="T45" fmla="*/ 38 h 152"/>
                  <a:gd name="T46" fmla="*/ 160 w 171"/>
                  <a:gd name="T47" fmla="*/ 141 h 152"/>
                  <a:gd name="T48" fmla="*/ 153 w 171"/>
                  <a:gd name="T49" fmla="*/ 26 h 152"/>
                  <a:gd name="T50" fmla="*/ 146 w 171"/>
                  <a:gd name="T51" fmla="*/ 19 h 152"/>
                  <a:gd name="T52" fmla="*/ 153 w 171"/>
                  <a:gd name="T53" fmla="*/ 12 h 152"/>
                  <a:gd name="T54" fmla="*/ 160 w 171"/>
                  <a:gd name="T55" fmla="*/ 19 h 152"/>
                  <a:gd name="T56" fmla="*/ 153 w 171"/>
                  <a:gd name="T57" fmla="*/ 26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71" h="152">
                    <a:moveTo>
                      <a:pt x="166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0" y="149"/>
                      <a:pt x="2" y="152"/>
                      <a:pt x="5" y="152"/>
                    </a:cubicBezTo>
                    <a:cubicBezTo>
                      <a:pt x="166" y="152"/>
                      <a:pt x="166" y="152"/>
                      <a:pt x="166" y="152"/>
                    </a:cubicBezTo>
                    <a:cubicBezTo>
                      <a:pt x="169" y="152"/>
                      <a:pt x="171" y="149"/>
                      <a:pt x="171" y="146"/>
                    </a:cubicBezTo>
                    <a:cubicBezTo>
                      <a:pt x="171" y="5"/>
                      <a:pt x="171" y="5"/>
                      <a:pt x="171" y="5"/>
                    </a:cubicBezTo>
                    <a:cubicBezTo>
                      <a:pt x="171" y="2"/>
                      <a:pt x="169" y="0"/>
                      <a:pt x="166" y="0"/>
                    </a:cubicBezTo>
                    <a:close/>
                    <a:moveTo>
                      <a:pt x="132" y="12"/>
                    </a:moveTo>
                    <a:cubicBezTo>
                      <a:pt x="136" y="12"/>
                      <a:pt x="139" y="15"/>
                      <a:pt x="139" y="19"/>
                    </a:cubicBezTo>
                    <a:cubicBezTo>
                      <a:pt x="139" y="23"/>
                      <a:pt x="136" y="26"/>
                      <a:pt x="132" y="26"/>
                    </a:cubicBezTo>
                    <a:cubicBezTo>
                      <a:pt x="128" y="26"/>
                      <a:pt x="124" y="23"/>
                      <a:pt x="124" y="19"/>
                    </a:cubicBezTo>
                    <a:cubicBezTo>
                      <a:pt x="124" y="15"/>
                      <a:pt x="128" y="12"/>
                      <a:pt x="132" y="12"/>
                    </a:cubicBezTo>
                    <a:close/>
                    <a:moveTo>
                      <a:pt x="110" y="12"/>
                    </a:moveTo>
                    <a:cubicBezTo>
                      <a:pt x="114" y="12"/>
                      <a:pt x="118" y="15"/>
                      <a:pt x="118" y="19"/>
                    </a:cubicBezTo>
                    <a:cubicBezTo>
                      <a:pt x="118" y="23"/>
                      <a:pt x="114" y="26"/>
                      <a:pt x="110" y="26"/>
                    </a:cubicBezTo>
                    <a:cubicBezTo>
                      <a:pt x="106" y="26"/>
                      <a:pt x="103" y="23"/>
                      <a:pt x="103" y="19"/>
                    </a:cubicBezTo>
                    <a:cubicBezTo>
                      <a:pt x="103" y="15"/>
                      <a:pt x="106" y="12"/>
                      <a:pt x="110" y="12"/>
                    </a:cubicBezTo>
                    <a:close/>
                    <a:moveTo>
                      <a:pt x="160" y="141"/>
                    </a:moveTo>
                    <a:cubicBezTo>
                      <a:pt x="11" y="141"/>
                      <a:pt x="11" y="141"/>
                      <a:pt x="11" y="141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60" y="38"/>
                      <a:pt x="160" y="38"/>
                      <a:pt x="160" y="38"/>
                    </a:cubicBezTo>
                    <a:lnTo>
                      <a:pt x="160" y="141"/>
                    </a:lnTo>
                    <a:close/>
                    <a:moveTo>
                      <a:pt x="153" y="26"/>
                    </a:moveTo>
                    <a:cubicBezTo>
                      <a:pt x="149" y="26"/>
                      <a:pt x="146" y="23"/>
                      <a:pt x="146" y="19"/>
                    </a:cubicBezTo>
                    <a:cubicBezTo>
                      <a:pt x="146" y="15"/>
                      <a:pt x="149" y="12"/>
                      <a:pt x="153" y="12"/>
                    </a:cubicBezTo>
                    <a:cubicBezTo>
                      <a:pt x="157" y="12"/>
                      <a:pt x="160" y="15"/>
                      <a:pt x="160" y="19"/>
                    </a:cubicBezTo>
                    <a:cubicBezTo>
                      <a:pt x="160" y="23"/>
                      <a:pt x="157" y="26"/>
                      <a:pt x="15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Rectangle 328"/>
              <p:cNvSpPr>
                <a:spLocks noChangeArrowheads="1"/>
              </p:cNvSpPr>
              <p:nvPr/>
            </p:nvSpPr>
            <p:spPr bwMode="auto">
              <a:xfrm>
                <a:off x="4953712" y="4417273"/>
                <a:ext cx="315527" cy="5963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Rectangle 329"/>
              <p:cNvSpPr>
                <a:spLocks noChangeArrowheads="1"/>
              </p:cNvSpPr>
              <p:nvPr/>
            </p:nvSpPr>
            <p:spPr bwMode="auto">
              <a:xfrm>
                <a:off x="4953712" y="4501847"/>
                <a:ext cx="99754" cy="10517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Rectangle 330"/>
              <p:cNvSpPr>
                <a:spLocks noChangeArrowheads="1"/>
              </p:cNvSpPr>
              <p:nvPr/>
            </p:nvSpPr>
            <p:spPr bwMode="auto">
              <a:xfrm>
                <a:off x="5071899" y="4505100"/>
                <a:ext cx="107344" cy="1301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Rectangle 331"/>
              <p:cNvSpPr>
                <a:spLocks noChangeArrowheads="1"/>
              </p:cNvSpPr>
              <p:nvPr/>
            </p:nvSpPr>
            <p:spPr bwMode="auto">
              <a:xfrm>
                <a:off x="5071899" y="4548471"/>
                <a:ext cx="107344" cy="1301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4" name="Rectangle 332"/>
              <p:cNvSpPr>
                <a:spLocks noChangeArrowheads="1"/>
              </p:cNvSpPr>
              <p:nvPr/>
            </p:nvSpPr>
            <p:spPr bwMode="auto">
              <a:xfrm>
                <a:off x="5071899" y="4589674"/>
                <a:ext cx="107344" cy="1518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5" name="Freeform 333"/>
              <p:cNvSpPr/>
              <p:nvPr/>
            </p:nvSpPr>
            <p:spPr bwMode="auto">
              <a:xfrm>
                <a:off x="5225867" y="4569073"/>
                <a:ext cx="40119" cy="41203"/>
              </a:xfrm>
              <a:custGeom>
                <a:avLst/>
                <a:gdLst>
                  <a:gd name="T0" fmla="*/ 11 w 37"/>
                  <a:gd name="T1" fmla="*/ 0 h 38"/>
                  <a:gd name="T2" fmla="*/ 11 w 37"/>
                  <a:gd name="T3" fmla="*/ 2 h 38"/>
                  <a:gd name="T4" fmla="*/ 0 w 37"/>
                  <a:gd name="T5" fmla="*/ 38 h 38"/>
                  <a:gd name="T6" fmla="*/ 35 w 37"/>
                  <a:gd name="T7" fmla="*/ 26 h 38"/>
                  <a:gd name="T8" fmla="*/ 37 w 37"/>
                  <a:gd name="T9" fmla="*/ 26 h 38"/>
                  <a:gd name="T10" fmla="*/ 11 w 37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">
                    <a:moveTo>
                      <a:pt x="11" y="0"/>
                    </a:moveTo>
                    <a:lnTo>
                      <a:pt x="11" y="2"/>
                    </a:lnTo>
                    <a:lnTo>
                      <a:pt x="0" y="38"/>
                    </a:lnTo>
                    <a:lnTo>
                      <a:pt x="35" y="26"/>
                    </a:lnTo>
                    <a:lnTo>
                      <a:pt x="37" y="26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6" name="Freeform 334"/>
              <p:cNvSpPr/>
              <p:nvPr/>
            </p:nvSpPr>
            <p:spPr bwMode="auto">
              <a:xfrm>
                <a:off x="5389594" y="4366311"/>
                <a:ext cx="76984" cy="79153"/>
              </a:xfrm>
              <a:custGeom>
                <a:avLst/>
                <a:gdLst>
                  <a:gd name="T0" fmla="*/ 23 w 30"/>
                  <a:gd name="T1" fmla="*/ 31 h 31"/>
                  <a:gd name="T2" fmla="*/ 28 w 30"/>
                  <a:gd name="T3" fmla="*/ 25 h 31"/>
                  <a:gd name="T4" fmla="*/ 28 w 30"/>
                  <a:gd name="T5" fmla="*/ 18 h 31"/>
                  <a:gd name="T6" fmla="*/ 13 w 30"/>
                  <a:gd name="T7" fmla="*/ 2 h 31"/>
                  <a:gd name="T8" fmla="*/ 6 w 30"/>
                  <a:gd name="T9" fmla="*/ 2 h 31"/>
                  <a:gd name="T10" fmla="*/ 0 w 30"/>
                  <a:gd name="T11" fmla="*/ 8 h 31"/>
                  <a:gd name="T12" fmla="*/ 23 w 30"/>
                  <a:gd name="T13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31">
                    <a:moveTo>
                      <a:pt x="23" y="31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30" y="23"/>
                      <a:pt x="30" y="20"/>
                      <a:pt x="28" y="18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2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7" name="Freeform 335"/>
              <p:cNvSpPr/>
              <p:nvPr/>
            </p:nvSpPr>
            <p:spPr bwMode="auto">
              <a:xfrm>
                <a:off x="5258396" y="4394503"/>
                <a:ext cx="182160" cy="182160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7 h 71"/>
                  <a:gd name="T6" fmla="*/ 2 w 71"/>
                  <a:gd name="T7" fmla="*/ 54 h 71"/>
                  <a:gd name="T8" fmla="*/ 2 w 71"/>
                  <a:gd name="T9" fmla="*/ 55 h 71"/>
                  <a:gd name="T10" fmla="*/ 8 w 71"/>
                  <a:gd name="T11" fmla="*/ 56 h 71"/>
                  <a:gd name="T12" fmla="*/ 9 w 71"/>
                  <a:gd name="T13" fmla="*/ 62 h 71"/>
                  <a:gd name="T14" fmla="*/ 9 w 71"/>
                  <a:gd name="T15" fmla="*/ 62 h 71"/>
                  <a:gd name="T16" fmla="*/ 15 w 71"/>
                  <a:gd name="T17" fmla="*/ 63 h 71"/>
                  <a:gd name="T18" fmla="*/ 16 w 71"/>
                  <a:gd name="T19" fmla="*/ 69 h 71"/>
                  <a:gd name="T20" fmla="*/ 17 w 71"/>
                  <a:gd name="T21" fmla="*/ 69 h 71"/>
                  <a:gd name="T22" fmla="*/ 24 w 71"/>
                  <a:gd name="T23" fmla="*/ 69 h 71"/>
                  <a:gd name="T24" fmla="*/ 71 w 71"/>
                  <a:gd name="T25" fmla="*/ 23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8" y="0"/>
                      <a:pt x="48" y="0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0" y="49"/>
                      <a:pt x="0" y="52"/>
                      <a:pt x="2" y="54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4" y="56"/>
                      <a:pt x="6" y="57"/>
                      <a:pt x="8" y="56"/>
                    </a:cubicBezTo>
                    <a:cubicBezTo>
                      <a:pt x="7" y="58"/>
                      <a:pt x="7" y="60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1" y="64"/>
                      <a:pt x="13" y="64"/>
                      <a:pt x="15" y="63"/>
                    </a:cubicBezTo>
                    <a:cubicBezTo>
                      <a:pt x="14" y="65"/>
                      <a:pt x="15" y="67"/>
                      <a:pt x="16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9" y="71"/>
                      <a:pt x="22" y="71"/>
                      <a:pt x="24" y="69"/>
                    </a:cubicBezTo>
                    <a:cubicBezTo>
                      <a:pt x="71" y="23"/>
                      <a:pt x="71" y="23"/>
                      <a:pt x="71" y="23"/>
                    </a:cubicBezTo>
                    <a:cubicBezTo>
                      <a:pt x="71" y="23"/>
                      <a:pt x="71" y="22"/>
                      <a:pt x="71" y="22"/>
                    </a:cubicBezTo>
                    <a:lnTo>
                      <a:pt x="4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8" name="组合 77"/>
          <p:cNvGrpSpPr/>
          <p:nvPr/>
        </p:nvGrpSpPr>
        <p:grpSpPr>
          <a:xfrm>
            <a:off x="4574743" y="1149122"/>
            <a:ext cx="414516" cy="414516"/>
            <a:chOff x="4626437" y="4265651"/>
            <a:chExt cx="414516" cy="414516"/>
          </a:xfrm>
        </p:grpSpPr>
        <p:sp>
          <p:nvSpPr>
            <p:cNvPr id="49" name="椭圆 48"/>
            <p:cNvSpPr/>
            <p:nvPr/>
          </p:nvSpPr>
          <p:spPr>
            <a:xfrm>
              <a:off x="4626437" y="4265651"/>
              <a:ext cx="414516" cy="414516"/>
            </a:xfrm>
            <a:prstGeom prst="ellipse">
              <a:avLst/>
            </a:prstGeom>
            <a:solidFill>
              <a:srgbClr val="0170C0"/>
            </a:solidFill>
            <a:ln w="254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25400" dir="13500000">
                <a:srgbClr val="000000">
                  <a:alpha val="43137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4710891" y="4356960"/>
              <a:ext cx="232896" cy="199705"/>
              <a:chOff x="3546346" y="2339026"/>
              <a:chExt cx="897787" cy="769842"/>
            </a:xfrm>
            <a:solidFill>
              <a:schemeClr val="bg1"/>
            </a:solidFill>
          </p:grpSpPr>
          <p:sp>
            <p:nvSpPr>
              <p:cNvPr id="52" name="Rectangle 227"/>
              <p:cNvSpPr>
                <a:spLocks noChangeArrowheads="1"/>
              </p:cNvSpPr>
              <p:nvPr/>
            </p:nvSpPr>
            <p:spPr bwMode="auto">
              <a:xfrm>
                <a:off x="3561526" y="3077423"/>
                <a:ext cx="882607" cy="314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 228"/>
              <p:cNvSpPr/>
              <p:nvPr/>
            </p:nvSpPr>
            <p:spPr bwMode="auto">
              <a:xfrm>
                <a:off x="3617909" y="2844302"/>
                <a:ext cx="125777" cy="210351"/>
              </a:xfrm>
              <a:custGeom>
                <a:avLst/>
                <a:gdLst>
                  <a:gd name="T0" fmla="*/ 6 w 49"/>
                  <a:gd name="T1" fmla="*/ 82 h 82"/>
                  <a:gd name="T2" fmla="*/ 43 w 49"/>
                  <a:gd name="T3" fmla="*/ 82 h 82"/>
                  <a:gd name="T4" fmla="*/ 49 w 49"/>
                  <a:gd name="T5" fmla="*/ 76 h 82"/>
                  <a:gd name="T6" fmla="*/ 49 w 49"/>
                  <a:gd name="T7" fmla="*/ 0 h 82"/>
                  <a:gd name="T8" fmla="*/ 0 w 49"/>
                  <a:gd name="T9" fmla="*/ 49 h 82"/>
                  <a:gd name="T10" fmla="*/ 0 w 49"/>
                  <a:gd name="T11" fmla="*/ 76 h 82"/>
                  <a:gd name="T12" fmla="*/ 6 w 49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82">
                    <a:moveTo>
                      <a:pt x="6" y="82"/>
                    </a:moveTo>
                    <a:cubicBezTo>
                      <a:pt x="43" y="82"/>
                      <a:pt x="43" y="82"/>
                      <a:pt x="43" y="82"/>
                    </a:cubicBezTo>
                    <a:cubicBezTo>
                      <a:pt x="46" y="82"/>
                      <a:pt x="49" y="79"/>
                      <a:pt x="49" y="7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9"/>
                      <a:pt x="3" y="82"/>
                      <a:pt x="6" y="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 229"/>
              <p:cNvSpPr/>
              <p:nvPr/>
            </p:nvSpPr>
            <p:spPr bwMode="auto">
              <a:xfrm>
                <a:off x="3779467" y="2682744"/>
                <a:ext cx="122524" cy="371910"/>
              </a:xfrm>
              <a:custGeom>
                <a:avLst/>
                <a:gdLst>
                  <a:gd name="T0" fmla="*/ 5 w 48"/>
                  <a:gd name="T1" fmla="*/ 145 h 145"/>
                  <a:gd name="T2" fmla="*/ 43 w 48"/>
                  <a:gd name="T3" fmla="*/ 145 h 145"/>
                  <a:gd name="T4" fmla="*/ 48 w 48"/>
                  <a:gd name="T5" fmla="*/ 139 h 145"/>
                  <a:gd name="T6" fmla="*/ 48 w 48"/>
                  <a:gd name="T7" fmla="*/ 0 h 145"/>
                  <a:gd name="T8" fmla="*/ 0 w 48"/>
                  <a:gd name="T9" fmla="*/ 49 h 145"/>
                  <a:gd name="T10" fmla="*/ 0 w 48"/>
                  <a:gd name="T11" fmla="*/ 139 h 145"/>
                  <a:gd name="T12" fmla="*/ 5 w 48"/>
                  <a:gd name="T1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45">
                    <a:moveTo>
                      <a:pt x="5" y="145"/>
                    </a:moveTo>
                    <a:cubicBezTo>
                      <a:pt x="43" y="145"/>
                      <a:pt x="43" y="145"/>
                      <a:pt x="43" y="145"/>
                    </a:cubicBezTo>
                    <a:cubicBezTo>
                      <a:pt x="46" y="145"/>
                      <a:pt x="48" y="142"/>
                      <a:pt x="48" y="1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2"/>
                      <a:pt x="2" y="145"/>
                      <a:pt x="5" y="1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 230"/>
              <p:cNvSpPr/>
              <p:nvPr/>
            </p:nvSpPr>
            <p:spPr bwMode="auto">
              <a:xfrm>
                <a:off x="3938857" y="2713104"/>
                <a:ext cx="124693" cy="341550"/>
              </a:xfrm>
              <a:custGeom>
                <a:avLst/>
                <a:gdLst>
                  <a:gd name="T0" fmla="*/ 22 w 49"/>
                  <a:gd name="T1" fmla="*/ 22 h 133"/>
                  <a:gd name="T2" fmla="*/ 0 w 49"/>
                  <a:gd name="T3" fmla="*/ 0 h 133"/>
                  <a:gd name="T4" fmla="*/ 0 w 49"/>
                  <a:gd name="T5" fmla="*/ 127 h 133"/>
                  <a:gd name="T6" fmla="*/ 6 w 49"/>
                  <a:gd name="T7" fmla="*/ 133 h 133"/>
                  <a:gd name="T8" fmla="*/ 43 w 49"/>
                  <a:gd name="T9" fmla="*/ 133 h 133"/>
                  <a:gd name="T10" fmla="*/ 49 w 49"/>
                  <a:gd name="T11" fmla="*/ 127 h 133"/>
                  <a:gd name="T12" fmla="*/ 49 w 49"/>
                  <a:gd name="T13" fmla="*/ 26 h 133"/>
                  <a:gd name="T14" fmla="*/ 38 w 49"/>
                  <a:gd name="T15" fmla="*/ 29 h 133"/>
                  <a:gd name="T16" fmla="*/ 22 w 49"/>
                  <a:gd name="T17" fmla="*/ 22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33">
                    <a:moveTo>
                      <a:pt x="22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0"/>
                      <a:pt x="3" y="133"/>
                      <a:pt x="6" y="133"/>
                    </a:cubicBezTo>
                    <a:cubicBezTo>
                      <a:pt x="43" y="133"/>
                      <a:pt x="43" y="133"/>
                      <a:pt x="43" y="133"/>
                    </a:cubicBezTo>
                    <a:cubicBezTo>
                      <a:pt x="46" y="133"/>
                      <a:pt x="49" y="130"/>
                      <a:pt x="49" y="127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6" y="28"/>
                      <a:pt x="42" y="29"/>
                      <a:pt x="38" y="29"/>
                    </a:cubicBezTo>
                    <a:cubicBezTo>
                      <a:pt x="32" y="29"/>
                      <a:pt x="27" y="26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 231"/>
              <p:cNvSpPr/>
              <p:nvPr/>
            </p:nvSpPr>
            <p:spPr bwMode="auto">
              <a:xfrm>
                <a:off x="4100415" y="2624193"/>
                <a:ext cx="122524" cy="430461"/>
              </a:xfrm>
              <a:custGeom>
                <a:avLst/>
                <a:gdLst>
                  <a:gd name="T0" fmla="*/ 5 w 48"/>
                  <a:gd name="T1" fmla="*/ 168 h 168"/>
                  <a:gd name="T2" fmla="*/ 43 w 48"/>
                  <a:gd name="T3" fmla="*/ 168 h 168"/>
                  <a:gd name="T4" fmla="*/ 48 w 48"/>
                  <a:gd name="T5" fmla="*/ 162 h 168"/>
                  <a:gd name="T6" fmla="*/ 48 w 48"/>
                  <a:gd name="T7" fmla="*/ 0 h 168"/>
                  <a:gd name="T8" fmla="*/ 0 w 48"/>
                  <a:gd name="T9" fmla="*/ 48 h 168"/>
                  <a:gd name="T10" fmla="*/ 0 w 48"/>
                  <a:gd name="T11" fmla="*/ 162 h 168"/>
                  <a:gd name="T12" fmla="*/ 5 w 4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68">
                    <a:moveTo>
                      <a:pt x="5" y="168"/>
                    </a:moveTo>
                    <a:cubicBezTo>
                      <a:pt x="43" y="168"/>
                      <a:pt x="43" y="168"/>
                      <a:pt x="43" y="168"/>
                    </a:cubicBezTo>
                    <a:cubicBezTo>
                      <a:pt x="46" y="168"/>
                      <a:pt x="48" y="165"/>
                      <a:pt x="48" y="16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65"/>
                      <a:pt x="2" y="168"/>
                      <a:pt x="5" y="1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 232"/>
              <p:cNvSpPr/>
              <p:nvPr/>
            </p:nvSpPr>
            <p:spPr bwMode="auto">
              <a:xfrm>
                <a:off x="4258721" y="2513596"/>
                <a:ext cx="125777" cy="541058"/>
              </a:xfrm>
              <a:custGeom>
                <a:avLst/>
                <a:gdLst>
                  <a:gd name="T0" fmla="*/ 29 w 49"/>
                  <a:gd name="T1" fmla="*/ 0 h 211"/>
                  <a:gd name="T2" fmla="*/ 0 w 49"/>
                  <a:gd name="T3" fmla="*/ 29 h 211"/>
                  <a:gd name="T4" fmla="*/ 0 w 49"/>
                  <a:gd name="T5" fmla="*/ 205 h 211"/>
                  <a:gd name="T6" fmla="*/ 6 w 49"/>
                  <a:gd name="T7" fmla="*/ 211 h 211"/>
                  <a:gd name="T8" fmla="*/ 43 w 49"/>
                  <a:gd name="T9" fmla="*/ 211 h 211"/>
                  <a:gd name="T10" fmla="*/ 49 w 49"/>
                  <a:gd name="T11" fmla="*/ 205 h 211"/>
                  <a:gd name="T12" fmla="*/ 49 w 49"/>
                  <a:gd name="T13" fmla="*/ 22 h 211"/>
                  <a:gd name="T14" fmla="*/ 29 w 49"/>
                  <a:gd name="T1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211">
                    <a:moveTo>
                      <a:pt x="29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08"/>
                      <a:pt x="3" y="211"/>
                      <a:pt x="6" y="211"/>
                    </a:cubicBezTo>
                    <a:cubicBezTo>
                      <a:pt x="43" y="211"/>
                      <a:pt x="43" y="211"/>
                      <a:pt x="43" y="211"/>
                    </a:cubicBezTo>
                    <a:cubicBezTo>
                      <a:pt x="46" y="211"/>
                      <a:pt x="49" y="208"/>
                      <a:pt x="49" y="20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38" y="21"/>
                      <a:pt x="29" y="1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 233"/>
              <p:cNvSpPr/>
              <p:nvPr/>
            </p:nvSpPr>
            <p:spPr bwMode="auto">
              <a:xfrm>
                <a:off x="3546346" y="2339026"/>
                <a:ext cx="871764" cy="610452"/>
              </a:xfrm>
              <a:custGeom>
                <a:avLst/>
                <a:gdLst>
                  <a:gd name="T0" fmla="*/ 20 w 340"/>
                  <a:gd name="T1" fmla="*/ 234 h 238"/>
                  <a:gd name="T2" fmla="*/ 140 w 340"/>
                  <a:gd name="T3" fmla="*/ 113 h 238"/>
                  <a:gd name="T4" fmla="*/ 183 w 340"/>
                  <a:gd name="T5" fmla="*/ 156 h 238"/>
                  <a:gd name="T6" fmla="*/ 199 w 340"/>
                  <a:gd name="T7" fmla="*/ 156 h 238"/>
                  <a:gd name="T8" fmla="*/ 318 w 340"/>
                  <a:gd name="T9" fmla="*/ 37 h 238"/>
                  <a:gd name="T10" fmla="*/ 318 w 340"/>
                  <a:gd name="T11" fmla="*/ 64 h 238"/>
                  <a:gd name="T12" fmla="*/ 329 w 340"/>
                  <a:gd name="T13" fmla="*/ 75 h 238"/>
                  <a:gd name="T14" fmla="*/ 340 w 340"/>
                  <a:gd name="T15" fmla="*/ 64 h 238"/>
                  <a:gd name="T16" fmla="*/ 340 w 340"/>
                  <a:gd name="T17" fmla="*/ 11 h 238"/>
                  <a:gd name="T18" fmla="*/ 337 w 340"/>
                  <a:gd name="T19" fmla="*/ 3 h 238"/>
                  <a:gd name="T20" fmla="*/ 329 w 340"/>
                  <a:gd name="T21" fmla="*/ 0 h 238"/>
                  <a:gd name="T22" fmla="*/ 276 w 340"/>
                  <a:gd name="T23" fmla="*/ 0 h 238"/>
                  <a:gd name="T24" fmla="*/ 265 w 340"/>
                  <a:gd name="T25" fmla="*/ 11 h 238"/>
                  <a:gd name="T26" fmla="*/ 276 w 340"/>
                  <a:gd name="T27" fmla="*/ 22 h 238"/>
                  <a:gd name="T28" fmla="*/ 302 w 340"/>
                  <a:gd name="T29" fmla="*/ 22 h 238"/>
                  <a:gd name="T30" fmla="*/ 191 w 340"/>
                  <a:gd name="T31" fmla="*/ 133 h 238"/>
                  <a:gd name="T32" fmla="*/ 148 w 340"/>
                  <a:gd name="T33" fmla="*/ 90 h 238"/>
                  <a:gd name="T34" fmla="*/ 133 w 340"/>
                  <a:gd name="T35" fmla="*/ 90 h 238"/>
                  <a:gd name="T36" fmla="*/ 4 w 340"/>
                  <a:gd name="T37" fmla="*/ 219 h 238"/>
                  <a:gd name="T38" fmla="*/ 4 w 340"/>
                  <a:gd name="T39" fmla="*/ 234 h 238"/>
                  <a:gd name="T40" fmla="*/ 20 w 340"/>
                  <a:gd name="T41" fmla="*/ 2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0" h="238">
                    <a:moveTo>
                      <a:pt x="20" y="234"/>
                    </a:moveTo>
                    <a:cubicBezTo>
                      <a:pt x="140" y="113"/>
                      <a:pt x="140" y="113"/>
                      <a:pt x="140" y="113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8" y="160"/>
                      <a:pt x="195" y="160"/>
                      <a:pt x="199" y="156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64"/>
                      <a:pt x="318" y="64"/>
                      <a:pt x="318" y="64"/>
                    </a:cubicBezTo>
                    <a:cubicBezTo>
                      <a:pt x="318" y="70"/>
                      <a:pt x="323" y="75"/>
                      <a:pt x="329" y="75"/>
                    </a:cubicBezTo>
                    <a:cubicBezTo>
                      <a:pt x="335" y="75"/>
                      <a:pt x="340" y="70"/>
                      <a:pt x="340" y="64"/>
                    </a:cubicBezTo>
                    <a:cubicBezTo>
                      <a:pt x="340" y="11"/>
                      <a:pt x="340" y="11"/>
                      <a:pt x="340" y="11"/>
                    </a:cubicBezTo>
                    <a:cubicBezTo>
                      <a:pt x="340" y="8"/>
                      <a:pt x="339" y="5"/>
                      <a:pt x="337" y="3"/>
                    </a:cubicBezTo>
                    <a:cubicBezTo>
                      <a:pt x="335" y="1"/>
                      <a:pt x="332" y="0"/>
                      <a:pt x="329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70" y="0"/>
                      <a:pt x="265" y="4"/>
                      <a:pt x="265" y="11"/>
                    </a:cubicBezTo>
                    <a:cubicBezTo>
                      <a:pt x="265" y="17"/>
                      <a:pt x="270" y="22"/>
                      <a:pt x="276" y="22"/>
                    </a:cubicBezTo>
                    <a:cubicBezTo>
                      <a:pt x="302" y="22"/>
                      <a:pt x="302" y="22"/>
                      <a:pt x="302" y="22"/>
                    </a:cubicBezTo>
                    <a:cubicBezTo>
                      <a:pt x="191" y="133"/>
                      <a:pt x="191" y="133"/>
                      <a:pt x="191" y="133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4" y="86"/>
                      <a:pt x="137" y="86"/>
                      <a:pt x="133" y="90"/>
                    </a:cubicBezTo>
                    <a:cubicBezTo>
                      <a:pt x="4" y="219"/>
                      <a:pt x="4" y="219"/>
                      <a:pt x="4" y="219"/>
                    </a:cubicBezTo>
                    <a:cubicBezTo>
                      <a:pt x="0" y="223"/>
                      <a:pt x="0" y="230"/>
                      <a:pt x="4" y="234"/>
                    </a:cubicBezTo>
                    <a:cubicBezTo>
                      <a:pt x="8" y="238"/>
                      <a:pt x="15" y="238"/>
                      <a:pt x="20" y="2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3" name="组合 82"/>
          <p:cNvGrpSpPr/>
          <p:nvPr/>
        </p:nvGrpSpPr>
        <p:grpSpPr>
          <a:xfrm>
            <a:off x="1366956" y="1489357"/>
            <a:ext cx="1586056" cy="1586449"/>
            <a:chOff x="1041891" y="2887277"/>
            <a:chExt cx="1036261" cy="1036518"/>
          </a:xfrm>
        </p:grpSpPr>
        <p:sp>
          <p:nvSpPr>
            <p:cNvPr id="84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1B0F1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>
                <a:cs typeface="+mn-ea"/>
                <a:sym typeface="+mn-lt"/>
              </a:endParaRPr>
            </a:p>
          </p:txBody>
        </p:sp>
        <p:sp>
          <p:nvSpPr>
            <p:cNvPr id="85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708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916419" y="4532339"/>
            <a:ext cx="588857" cy="588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81" name="同心圆 4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673053" y="4826767"/>
            <a:ext cx="252491" cy="25249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87" name="同心圆 4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459570" y="4636766"/>
            <a:ext cx="1179281" cy="117928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0" name="同心圆 6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392112" y="760412"/>
              <a:ext cx="3825873" cy="3825873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1425263" y="4098496"/>
            <a:ext cx="520192" cy="52019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3" name="同心圆 6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椭圆 9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440975" y="4413610"/>
            <a:ext cx="316877" cy="31687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6" name="同心圆 6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267011" y="4230303"/>
            <a:ext cx="158438" cy="1584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9" name="同心圆 7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0" name="椭圆 9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flip dir="r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4B4122EB-5855-42E1-9574-E1D80F20D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1567117"/>
              </p:ext>
            </p:extLst>
          </p:nvPr>
        </p:nvGraphicFramePr>
        <p:xfrm>
          <a:off x="-1896500" y="-92546"/>
          <a:ext cx="11039475" cy="565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F6A2ED-6B2C-4128-AC74-B2EBCB53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8" y="705083"/>
            <a:ext cx="8257143" cy="37333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A392AE-071B-4BAE-8C02-9E435393085B}"/>
              </a:ext>
            </a:extLst>
          </p:cNvPr>
          <p:cNvSpPr txBox="1"/>
          <p:nvPr/>
        </p:nvSpPr>
        <p:spPr>
          <a:xfrm>
            <a:off x="449034" y="19548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2021</a:t>
            </a:r>
            <a:r>
              <a:rPr lang="zh-CN" altLang="en-US" dirty="0"/>
              <a:t>年度修订记录总数</a:t>
            </a:r>
          </a:p>
        </p:txBody>
      </p:sp>
    </p:spTree>
    <p:extLst>
      <p:ext uri="{BB962C8B-B14F-4D97-AF65-F5344CB8AC3E}">
        <p14:creationId xmlns:p14="http://schemas.microsoft.com/office/powerpoint/2010/main" val="413890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18E9C3-A68D-4676-BF45-B0BB0A504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627534"/>
            <a:ext cx="8171428" cy="41142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064DF8-D3D8-4349-9F22-3C3787897B55}"/>
              </a:ext>
            </a:extLst>
          </p:cNvPr>
          <p:cNvSpPr txBox="1"/>
          <p:nvPr/>
        </p:nvSpPr>
        <p:spPr>
          <a:xfrm>
            <a:off x="449034" y="19548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2021</a:t>
            </a:r>
            <a:r>
              <a:rPr lang="zh-CN" altLang="en-US" dirty="0"/>
              <a:t>年度修订记录总数</a:t>
            </a:r>
          </a:p>
        </p:txBody>
      </p:sp>
    </p:spTree>
    <p:extLst>
      <p:ext uri="{BB962C8B-B14F-4D97-AF65-F5344CB8AC3E}">
        <p14:creationId xmlns:p14="http://schemas.microsoft.com/office/powerpoint/2010/main" val="22318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4DAF79D-C9A8-43A3-8482-57F5A98BD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87575"/>
            <a:ext cx="4536504" cy="33223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A022361-1D1D-4981-9399-6318A4C7A203}"/>
              </a:ext>
            </a:extLst>
          </p:cNvPr>
          <p:cNvSpPr txBox="1"/>
          <p:nvPr/>
        </p:nvSpPr>
        <p:spPr>
          <a:xfrm>
            <a:off x="449034" y="195486"/>
            <a:ext cx="383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2021</a:t>
            </a:r>
            <a:r>
              <a:rPr lang="zh-CN" altLang="en-US" dirty="0"/>
              <a:t>年度修订三星以上记录总数</a:t>
            </a:r>
          </a:p>
        </p:txBody>
      </p:sp>
    </p:spTree>
    <p:extLst>
      <p:ext uri="{BB962C8B-B14F-4D97-AF65-F5344CB8AC3E}">
        <p14:creationId xmlns:p14="http://schemas.microsoft.com/office/powerpoint/2010/main" val="79994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EFF898B-C5F2-493B-A4F4-6E98B47D6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43" y="843558"/>
            <a:ext cx="7485714" cy="418095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D25F269-6569-4B4B-AF04-4F730874D0C9}"/>
              </a:ext>
            </a:extLst>
          </p:cNvPr>
          <p:cNvSpPr txBox="1"/>
          <p:nvPr/>
        </p:nvSpPr>
        <p:spPr>
          <a:xfrm>
            <a:off x="449034" y="195486"/>
            <a:ext cx="383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2021</a:t>
            </a:r>
            <a:r>
              <a:rPr lang="zh-CN" altLang="en-US" dirty="0"/>
              <a:t>年度修订三星以上记录总数</a:t>
            </a:r>
          </a:p>
        </p:txBody>
      </p:sp>
    </p:spTree>
    <p:extLst>
      <p:ext uri="{BB962C8B-B14F-4D97-AF65-F5344CB8AC3E}">
        <p14:creationId xmlns:p14="http://schemas.microsoft.com/office/powerpoint/2010/main" val="55165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27190" y="1272772"/>
            <a:ext cx="1535551" cy="15355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224341" y="2110972"/>
            <a:ext cx="1535551" cy="15355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298390" y="1360518"/>
            <a:ext cx="1535551" cy="15355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" name="同心圆 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281741" y="1741518"/>
            <a:ext cx="1535551" cy="15355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2608356" y="1626490"/>
            <a:ext cx="889987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500" dirty="0">
                <a:solidFill>
                  <a:srgbClr val="0C4FAD"/>
                </a:solidFill>
                <a:latin typeface="+mn-lt"/>
                <a:ea typeface="+mn-ea"/>
                <a:cs typeface="+mn-ea"/>
                <a:sym typeface="+mn-lt"/>
              </a:rPr>
              <a:t>谢</a:t>
            </a:r>
          </a:p>
        </p:txBody>
      </p:sp>
      <p:sp>
        <p:nvSpPr>
          <p:cNvPr id="16" name="矩形 15"/>
          <p:cNvSpPr/>
          <p:nvPr/>
        </p:nvSpPr>
        <p:spPr>
          <a:xfrm>
            <a:off x="3551010" y="2402999"/>
            <a:ext cx="889987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500" dirty="0">
                <a:solidFill>
                  <a:srgbClr val="0C4FAD"/>
                </a:solidFill>
                <a:latin typeface="+mn-lt"/>
                <a:ea typeface="+mn-ea"/>
                <a:cs typeface="+mn-ea"/>
                <a:sym typeface="+mn-lt"/>
              </a:rPr>
              <a:t>谢</a:t>
            </a:r>
          </a:p>
        </p:txBody>
      </p:sp>
      <p:sp>
        <p:nvSpPr>
          <p:cNvPr id="17" name="矩形 16"/>
          <p:cNvSpPr/>
          <p:nvPr/>
        </p:nvSpPr>
        <p:spPr>
          <a:xfrm>
            <a:off x="4445314" y="1564799"/>
            <a:ext cx="889987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500" dirty="0">
                <a:solidFill>
                  <a:srgbClr val="0C4FAD"/>
                </a:solidFill>
                <a:latin typeface="+mn-lt"/>
                <a:ea typeface="+mn-ea"/>
                <a:cs typeface="+mn-ea"/>
                <a:sym typeface="+mn-lt"/>
              </a:rPr>
              <a:t>观</a:t>
            </a:r>
          </a:p>
        </p:txBody>
      </p:sp>
      <p:sp>
        <p:nvSpPr>
          <p:cNvPr id="18" name="矩形 17"/>
          <p:cNvSpPr/>
          <p:nvPr/>
        </p:nvSpPr>
        <p:spPr>
          <a:xfrm>
            <a:off x="5610954" y="2035636"/>
            <a:ext cx="889987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500" dirty="0">
                <a:solidFill>
                  <a:srgbClr val="0C4FAD"/>
                </a:solidFill>
                <a:latin typeface="+mn-lt"/>
                <a:ea typeface="+mn-ea"/>
                <a:cs typeface="+mn-ea"/>
                <a:sym typeface="+mn-lt"/>
              </a:rPr>
              <a:t>看</a:t>
            </a:r>
          </a:p>
        </p:txBody>
      </p:sp>
      <p:sp>
        <p:nvSpPr>
          <p:cNvPr id="85" name="椭圆 84"/>
          <p:cNvSpPr/>
          <p:nvPr/>
        </p:nvSpPr>
        <p:spPr>
          <a:xfrm>
            <a:off x="4598197" y="3288913"/>
            <a:ext cx="500908" cy="50090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5740527" y="3513224"/>
            <a:ext cx="274777" cy="274777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2575410" y="3513583"/>
            <a:ext cx="274777" cy="274777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2279076" y="3631922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6198665" y="3518243"/>
            <a:ext cx="274777" cy="274777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3085391" y="3510738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6576425" y="3642145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3873480" y="3545349"/>
            <a:ext cx="250454" cy="25045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6750128" y="3511942"/>
            <a:ext cx="274777" cy="274777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4174703" y="3519997"/>
            <a:ext cx="274777" cy="274777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7382889" y="3569133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5923888" y="3329439"/>
            <a:ext cx="274777" cy="274777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2093506" y="3642429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4529502" y="3365536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3229178" y="3457383"/>
            <a:ext cx="322151" cy="32215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5099105" y="3510120"/>
            <a:ext cx="274777" cy="274777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230014" y="3513453"/>
            <a:ext cx="274777" cy="274777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944804" y="3644685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" name="椭圆 102"/>
          <p:cNvSpPr/>
          <p:nvPr/>
        </p:nvSpPr>
        <p:spPr>
          <a:xfrm>
            <a:off x="2795496" y="3330182"/>
            <a:ext cx="274777" cy="274777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1713791" y="3566516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5" name="椭圆 104"/>
          <p:cNvSpPr/>
          <p:nvPr/>
        </p:nvSpPr>
        <p:spPr>
          <a:xfrm>
            <a:off x="6216637" y="3372731"/>
            <a:ext cx="137389" cy="13738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7753607" y="3504159"/>
            <a:ext cx="274777" cy="274777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</p:sld>
</file>

<file path=ppt/theme/theme1.xml><?xml version="1.0" encoding="utf-8"?>
<a:theme xmlns:a="http://schemas.openxmlformats.org/drawingml/2006/main" name="自定义设计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78</Words>
  <Application>Microsoft Office PowerPoint</Application>
  <PresentationFormat>全屏显示(16:9)</PresentationFormat>
  <Paragraphs>16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Calibri</vt:lpstr>
      <vt:lpstr>Arial</vt:lpstr>
      <vt:lpstr>微软雅黑</vt:lpstr>
      <vt:lpstr>Impact</vt:lpstr>
      <vt:lpstr>自定义设计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>熊猫办公</dc:creator>
  <cp:keywords>www.tukuppt.com</cp:keywords>
  <cp:lastModifiedBy>zhang golyou</cp:lastModifiedBy>
  <cp:revision>178</cp:revision>
  <dcterms:created xsi:type="dcterms:W3CDTF">2015-04-24T01:01:00Z</dcterms:created>
  <dcterms:modified xsi:type="dcterms:W3CDTF">2021-12-29T10:14:53Z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2F88E7D9439B4989AF367325DFECD240</vt:lpwstr>
  </property>
</Properties>
</file>